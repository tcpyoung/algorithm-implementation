
<file path=[Content_Types].xml><?xml version="1.0" encoding="utf-8"?>
<Types xmlns="http://schemas.openxmlformats.org/package/2006/content-types">
  <Default Extension="jfif" ContentType="image/jpeg"/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10"/>
  </p:notesMasterIdLst>
  <p:sldIdLst>
    <p:sldId id="269" r:id="rId2"/>
    <p:sldId id="270" r:id="rId3"/>
    <p:sldId id="271" r:id="rId4"/>
    <p:sldId id="272" r:id="rId5"/>
    <p:sldId id="273" r:id="rId6"/>
    <p:sldId id="274" r:id="rId7"/>
    <p:sldId id="275" r:id="rId8"/>
    <p:sldId id="276" r:id="rId9"/>
  </p:sldIdLst>
  <p:sldSz cx="12192000" cy="6858000"/>
  <p:notesSz cx="6858000" cy="9144000"/>
  <p:defaultTextStyle>
    <a:defPPr>
      <a:defRPr lang="zh-TW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中等深淺樣式 2 - 輔色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4995" autoAdjust="0"/>
    <p:restoredTop sz="94660"/>
  </p:normalViewPr>
  <p:slideViewPr>
    <p:cSldViewPr snapToGrid="0">
      <p:cViewPr varScale="1">
        <p:scale>
          <a:sx n="67" d="100"/>
          <a:sy n="67" d="100"/>
        </p:scale>
        <p:origin x="644" y="5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presProps" Target="presProps.xml"/><Relationship Id="rId5" Type="http://schemas.openxmlformats.org/officeDocument/2006/relationships/slide" Target="slides/slide4.xml"/><Relationship Id="rId10" Type="http://schemas.openxmlformats.org/officeDocument/2006/relationships/notesMaster" Target="notesMasters/notesMaster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頁首版面配置區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TW" altLang="en-US"/>
          </a:p>
        </p:txBody>
      </p:sp>
      <p:sp>
        <p:nvSpPr>
          <p:cNvPr id="3" name="日期版面配置區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6D752FA-393E-4925-AA96-074F80BD47AE}" type="datetimeFigureOut">
              <a:rPr lang="zh-TW" altLang="en-US" smtClean="0"/>
              <a:t>2021/4/18</a:t>
            </a:fld>
            <a:endParaRPr lang="zh-TW" altLang="en-US"/>
          </a:p>
        </p:txBody>
      </p:sp>
      <p:sp>
        <p:nvSpPr>
          <p:cNvPr id="4" name="投影片影像版面配置區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TW" altLang="en-US"/>
          </a:p>
        </p:txBody>
      </p:sp>
      <p:sp>
        <p:nvSpPr>
          <p:cNvPr id="5" name="備忘稿版面配置區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6" name="頁尾版面配置區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TW" altLang="en-US"/>
          </a:p>
        </p:txBody>
      </p:sp>
      <p:sp>
        <p:nvSpPr>
          <p:cNvPr id="7" name="投影片編號版面配置區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4140EB0A-48EC-4E53-A564-98EC956BF2E4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1501222438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標題投影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86A19BCD-D9B1-44B7-A8C1-115DA43EA936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副標題 2">
            <a:extLst>
              <a:ext uri="{FF2B5EF4-FFF2-40B4-BE49-F238E27FC236}">
                <a16:creationId xmlns:a16="http://schemas.microsoft.com/office/drawing/2014/main" id="{A8B485A5-8E12-4739-A703-A92ECBACF52D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TW" altLang="en-US"/>
              <a:t>按一下以編輯母片子標題樣式</a:t>
            </a:r>
          </a:p>
        </p:txBody>
      </p:sp>
      <p:sp>
        <p:nvSpPr>
          <p:cNvPr id="4" name="日期版面配置區 3">
            <a:extLst>
              <a:ext uri="{FF2B5EF4-FFF2-40B4-BE49-F238E27FC236}">
                <a16:creationId xmlns:a16="http://schemas.microsoft.com/office/drawing/2014/main" id="{534F91FD-FE38-4560-978F-63C7BF86FD3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FF5604E-D5C5-49B3-9977-2CA104B9D5B1}" type="datetimeFigureOut">
              <a:rPr lang="zh-TW" altLang="en-US" smtClean="0"/>
              <a:t>2021/4/18</a:t>
            </a:fld>
            <a:endParaRPr lang="zh-TW" altLang="en-US"/>
          </a:p>
        </p:txBody>
      </p:sp>
      <p:sp>
        <p:nvSpPr>
          <p:cNvPr id="5" name="頁尾版面配置區 4">
            <a:extLst>
              <a:ext uri="{FF2B5EF4-FFF2-40B4-BE49-F238E27FC236}">
                <a16:creationId xmlns:a16="http://schemas.microsoft.com/office/drawing/2014/main" id="{1DF7378B-7BFA-454E-B08B-A26A2608202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6" name="投影片編號版面配置區 5">
            <a:extLst>
              <a:ext uri="{FF2B5EF4-FFF2-40B4-BE49-F238E27FC236}">
                <a16:creationId xmlns:a16="http://schemas.microsoft.com/office/drawing/2014/main" id="{A6AF1376-C6AA-4678-A6CA-63C5B90F218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5F38BA4-78A8-4BDE-9A53-4656B3CAB402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39929492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標題及內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459C61DC-0B45-4390-B41F-240C116523F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內容版面配置區 2">
            <a:extLst>
              <a:ext uri="{FF2B5EF4-FFF2-40B4-BE49-F238E27FC236}">
                <a16:creationId xmlns:a16="http://schemas.microsoft.com/office/drawing/2014/main" id="{DA06B585-832A-4066-A4C2-F273474FCE5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4" name="日期版面配置區 3">
            <a:extLst>
              <a:ext uri="{FF2B5EF4-FFF2-40B4-BE49-F238E27FC236}">
                <a16:creationId xmlns:a16="http://schemas.microsoft.com/office/drawing/2014/main" id="{FD4F157D-AAA7-4185-B40D-8F176135A81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FF5604E-D5C5-49B3-9977-2CA104B9D5B1}" type="datetimeFigureOut">
              <a:rPr lang="zh-TW" altLang="en-US" smtClean="0"/>
              <a:t>2021/4/18</a:t>
            </a:fld>
            <a:endParaRPr lang="zh-TW" altLang="en-US"/>
          </a:p>
        </p:txBody>
      </p:sp>
      <p:sp>
        <p:nvSpPr>
          <p:cNvPr id="5" name="頁尾版面配置區 4">
            <a:extLst>
              <a:ext uri="{FF2B5EF4-FFF2-40B4-BE49-F238E27FC236}">
                <a16:creationId xmlns:a16="http://schemas.microsoft.com/office/drawing/2014/main" id="{1AE6AD6F-EF7B-4394-B52E-8261EABEFE3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6" name="投影片編號版面配置區 5">
            <a:extLst>
              <a:ext uri="{FF2B5EF4-FFF2-40B4-BE49-F238E27FC236}">
                <a16:creationId xmlns:a16="http://schemas.microsoft.com/office/drawing/2014/main" id="{F07529B7-6C0D-4761-957E-788A9E2935C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5F38BA4-78A8-4BDE-9A53-4656B3CAB402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317568707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章節標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41EFF4D8-E8C7-48C9-A292-9F41717A1E3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文字版面配置區 2">
            <a:extLst>
              <a:ext uri="{FF2B5EF4-FFF2-40B4-BE49-F238E27FC236}">
                <a16:creationId xmlns:a16="http://schemas.microsoft.com/office/drawing/2014/main" id="{37667443-FEB3-48C1-9005-F7459C9138E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TW" altLang="en-US"/>
              <a:t>按一下以編輯母片文字樣式</a:t>
            </a:r>
          </a:p>
        </p:txBody>
      </p:sp>
      <p:sp>
        <p:nvSpPr>
          <p:cNvPr id="4" name="日期版面配置區 3">
            <a:extLst>
              <a:ext uri="{FF2B5EF4-FFF2-40B4-BE49-F238E27FC236}">
                <a16:creationId xmlns:a16="http://schemas.microsoft.com/office/drawing/2014/main" id="{D6BBF233-DAFE-4372-B1D5-0F3E976D908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FF5604E-D5C5-49B3-9977-2CA104B9D5B1}" type="datetimeFigureOut">
              <a:rPr lang="zh-TW" altLang="en-US" smtClean="0"/>
              <a:t>2021/4/18</a:t>
            </a:fld>
            <a:endParaRPr lang="zh-TW" altLang="en-US"/>
          </a:p>
        </p:txBody>
      </p:sp>
      <p:sp>
        <p:nvSpPr>
          <p:cNvPr id="5" name="頁尾版面配置區 4">
            <a:extLst>
              <a:ext uri="{FF2B5EF4-FFF2-40B4-BE49-F238E27FC236}">
                <a16:creationId xmlns:a16="http://schemas.microsoft.com/office/drawing/2014/main" id="{DB8B7F2A-7187-4616-A4C9-3367D2AC119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6" name="投影片編號版面配置區 5">
            <a:extLst>
              <a:ext uri="{FF2B5EF4-FFF2-40B4-BE49-F238E27FC236}">
                <a16:creationId xmlns:a16="http://schemas.microsoft.com/office/drawing/2014/main" id="{13EFAC82-43B5-4672-B789-8ACB7B17A8D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5F38BA4-78A8-4BDE-9A53-4656B3CAB402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362950477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兩個內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7B823A66-CF5A-4307-9E46-550CBD32A57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內容版面配置區 2">
            <a:extLst>
              <a:ext uri="{FF2B5EF4-FFF2-40B4-BE49-F238E27FC236}">
                <a16:creationId xmlns:a16="http://schemas.microsoft.com/office/drawing/2014/main" id="{357DF547-A8D4-4146-B6CE-277D56B30CB1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4" name="內容版面配置區 3">
            <a:extLst>
              <a:ext uri="{FF2B5EF4-FFF2-40B4-BE49-F238E27FC236}">
                <a16:creationId xmlns:a16="http://schemas.microsoft.com/office/drawing/2014/main" id="{73D40A3B-DD12-44AA-B8BF-D4D209394063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5" name="日期版面配置區 4">
            <a:extLst>
              <a:ext uri="{FF2B5EF4-FFF2-40B4-BE49-F238E27FC236}">
                <a16:creationId xmlns:a16="http://schemas.microsoft.com/office/drawing/2014/main" id="{BB44C185-4F39-47A2-9A62-71A36A1D787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FF5604E-D5C5-49B3-9977-2CA104B9D5B1}" type="datetimeFigureOut">
              <a:rPr lang="zh-TW" altLang="en-US" smtClean="0"/>
              <a:t>2021/4/18</a:t>
            </a:fld>
            <a:endParaRPr lang="zh-TW" altLang="en-US"/>
          </a:p>
        </p:txBody>
      </p:sp>
      <p:sp>
        <p:nvSpPr>
          <p:cNvPr id="6" name="頁尾版面配置區 5">
            <a:extLst>
              <a:ext uri="{FF2B5EF4-FFF2-40B4-BE49-F238E27FC236}">
                <a16:creationId xmlns:a16="http://schemas.microsoft.com/office/drawing/2014/main" id="{FCDE68CD-A5FB-4A3F-86A0-343A99B8B47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7" name="投影片編號版面配置區 6">
            <a:extLst>
              <a:ext uri="{FF2B5EF4-FFF2-40B4-BE49-F238E27FC236}">
                <a16:creationId xmlns:a16="http://schemas.microsoft.com/office/drawing/2014/main" id="{694BE1C1-FAF8-4884-9BE6-78EADF94286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5F38BA4-78A8-4BDE-9A53-4656B3CAB402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370102538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125DD9F8-8BF2-4594-8DB1-F6CEC788E36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文字版面配置區 2">
            <a:extLst>
              <a:ext uri="{FF2B5EF4-FFF2-40B4-BE49-F238E27FC236}">
                <a16:creationId xmlns:a16="http://schemas.microsoft.com/office/drawing/2014/main" id="{2315AB37-F25B-45AB-A05D-12FA4E9F7EB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TW" altLang="en-US"/>
              <a:t>按一下以編輯母片文字樣式</a:t>
            </a:r>
          </a:p>
        </p:txBody>
      </p:sp>
      <p:sp>
        <p:nvSpPr>
          <p:cNvPr id="4" name="內容版面配置區 3">
            <a:extLst>
              <a:ext uri="{FF2B5EF4-FFF2-40B4-BE49-F238E27FC236}">
                <a16:creationId xmlns:a16="http://schemas.microsoft.com/office/drawing/2014/main" id="{67884E80-5DB0-4686-989F-96C73FE3E7E0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5" name="文字版面配置區 4">
            <a:extLst>
              <a:ext uri="{FF2B5EF4-FFF2-40B4-BE49-F238E27FC236}">
                <a16:creationId xmlns:a16="http://schemas.microsoft.com/office/drawing/2014/main" id="{F0539803-C4BD-4C00-9E33-8DBF279A7FC6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TW" altLang="en-US"/>
              <a:t>按一下以編輯母片文字樣式</a:t>
            </a:r>
          </a:p>
        </p:txBody>
      </p:sp>
      <p:sp>
        <p:nvSpPr>
          <p:cNvPr id="6" name="內容版面配置區 5">
            <a:extLst>
              <a:ext uri="{FF2B5EF4-FFF2-40B4-BE49-F238E27FC236}">
                <a16:creationId xmlns:a16="http://schemas.microsoft.com/office/drawing/2014/main" id="{5C1DE2D7-137D-4494-8063-40EE34439C01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7" name="日期版面配置區 6">
            <a:extLst>
              <a:ext uri="{FF2B5EF4-FFF2-40B4-BE49-F238E27FC236}">
                <a16:creationId xmlns:a16="http://schemas.microsoft.com/office/drawing/2014/main" id="{5495D40F-5977-4F82-9522-80DE0C2DB29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FF5604E-D5C5-49B3-9977-2CA104B9D5B1}" type="datetimeFigureOut">
              <a:rPr lang="zh-TW" altLang="en-US" smtClean="0"/>
              <a:t>2021/4/18</a:t>
            </a:fld>
            <a:endParaRPr lang="zh-TW" altLang="en-US"/>
          </a:p>
        </p:txBody>
      </p:sp>
      <p:sp>
        <p:nvSpPr>
          <p:cNvPr id="8" name="頁尾版面配置區 7">
            <a:extLst>
              <a:ext uri="{FF2B5EF4-FFF2-40B4-BE49-F238E27FC236}">
                <a16:creationId xmlns:a16="http://schemas.microsoft.com/office/drawing/2014/main" id="{8AAF15F4-D014-4D3C-A050-1B2969FDD9B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9" name="投影片編號版面配置區 8">
            <a:extLst>
              <a:ext uri="{FF2B5EF4-FFF2-40B4-BE49-F238E27FC236}">
                <a16:creationId xmlns:a16="http://schemas.microsoft.com/office/drawing/2014/main" id="{CA54AAAD-F92A-41C2-98BD-17E3D0C2523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5F38BA4-78A8-4BDE-9A53-4656B3CAB402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366694815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只有標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1165B048-C442-4066-9343-A2B44081253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日期版面配置區 2">
            <a:extLst>
              <a:ext uri="{FF2B5EF4-FFF2-40B4-BE49-F238E27FC236}">
                <a16:creationId xmlns:a16="http://schemas.microsoft.com/office/drawing/2014/main" id="{9F8736B9-9B31-4510-ADBE-DD949CDF56C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FF5604E-D5C5-49B3-9977-2CA104B9D5B1}" type="datetimeFigureOut">
              <a:rPr lang="zh-TW" altLang="en-US" smtClean="0"/>
              <a:t>2021/4/18</a:t>
            </a:fld>
            <a:endParaRPr lang="zh-TW" altLang="en-US"/>
          </a:p>
        </p:txBody>
      </p:sp>
      <p:sp>
        <p:nvSpPr>
          <p:cNvPr id="4" name="頁尾版面配置區 3">
            <a:extLst>
              <a:ext uri="{FF2B5EF4-FFF2-40B4-BE49-F238E27FC236}">
                <a16:creationId xmlns:a16="http://schemas.microsoft.com/office/drawing/2014/main" id="{EF392150-CB0D-41C0-918A-DEE37757FE0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5" name="投影片編號版面配置區 4">
            <a:extLst>
              <a:ext uri="{FF2B5EF4-FFF2-40B4-BE49-F238E27FC236}">
                <a16:creationId xmlns:a16="http://schemas.microsoft.com/office/drawing/2014/main" id="{B1938A0C-2E08-4321-AA42-4F20EE833D8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5F38BA4-78A8-4BDE-9A53-4656B3CAB402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153212155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版面配置區 1">
            <a:extLst>
              <a:ext uri="{FF2B5EF4-FFF2-40B4-BE49-F238E27FC236}">
                <a16:creationId xmlns:a16="http://schemas.microsoft.com/office/drawing/2014/main" id="{5F2503AC-5E1F-41C9-A201-01B8E20D15F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FF5604E-D5C5-49B3-9977-2CA104B9D5B1}" type="datetimeFigureOut">
              <a:rPr lang="zh-TW" altLang="en-US" smtClean="0"/>
              <a:t>2021/4/18</a:t>
            </a:fld>
            <a:endParaRPr lang="zh-TW" altLang="en-US"/>
          </a:p>
        </p:txBody>
      </p:sp>
      <p:sp>
        <p:nvSpPr>
          <p:cNvPr id="3" name="頁尾版面配置區 2">
            <a:extLst>
              <a:ext uri="{FF2B5EF4-FFF2-40B4-BE49-F238E27FC236}">
                <a16:creationId xmlns:a16="http://schemas.microsoft.com/office/drawing/2014/main" id="{93E02EC7-1BAD-4E60-A1E5-2EC8028AE90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4" name="投影片編號版面配置區 3">
            <a:extLst>
              <a:ext uri="{FF2B5EF4-FFF2-40B4-BE49-F238E27FC236}">
                <a16:creationId xmlns:a16="http://schemas.microsoft.com/office/drawing/2014/main" id="{052A4F34-D5FF-4F72-BFA8-0A59D55F59D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5F38BA4-78A8-4BDE-9A53-4656B3CAB402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1063758830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含輔助字幕的內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EF9DD114-D097-429F-BEE5-DA7A2FD9C35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內容版面配置區 2">
            <a:extLst>
              <a:ext uri="{FF2B5EF4-FFF2-40B4-BE49-F238E27FC236}">
                <a16:creationId xmlns:a16="http://schemas.microsoft.com/office/drawing/2014/main" id="{9ACDE0AD-E12F-4F56-8DBF-BBD4F7B26E9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4" name="文字版面配置區 3">
            <a:extLst>
              <a:ext uri="{FF2B5EF4-FFF2-40B4-BE49-F238E27FC236}">
                <a16:creationId xmlns:a16="http://schemas.microsoft.com/office/drawing/2014/main" id="{34324A1A-DA89-4CED-9524-0A7661B80722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TW" altLang="en-US"/>
              <a:t>按一下以編輯母片文字樣式</a:t>
            </a:r>
          </a:p>
        </p:txBody>
      </p:sp>
      <p:sp>
        <p:nvSpPr>
          <p:cNvPr id="5" name="日期版面配置區 4">
            <a:extLst>
              <a:ext uri="{FF2B5EF4-FFF2-40B4-BE49-F238E27FC236}">
                <a16:creationId xmlns:a16="http://schemas.microsoft.com/office/drawing/2014/main" id="{6AFA1EDB-FDBE-46D0-BF52-DC173B871B9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FF5604E-D5C5-49B3-9977-2CA104B9D5B1}" type="datetimeFigureOut">
              <a:rPr lang="zh-TW" altLang="en-US" smtClean="0"/>
              <a:t>2021/4/18</a:t>
            </a:fld>
            <a:endParaRPr lang="zh-TW" altLang="en-US"/>
          </a:p>
        </p:txBody>
      </p:sp>
      <p:sp>
        <p:nvSpPr>
          <p:cNvPr id="6" name="頁尾版面配置區 5">
            <a:extLst>
              <a:ext uri="{FF2B5EF4-FFF2-40B4-BE49-F238E27FC236}">
                <a16:creationId xmlns:a16="http://schemas.microsoft.com/office/drawing/2014/main" id="{F2767B07-B2F8-4FEC-986A-80F85DA0AE2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7" name="投影片編號版面配置區 6">
            <a:extLst>
              <a:ext uri="{FF2B5EF4-FFF2-40B4-BE49-F238E27FC236}">
                <a16:creationId xmlns:a16="http://schemas.microsoft.com/office/drawing/2014/main" id="{8C87C870-398F-4ADD-9304-10FBB2CA04D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5F38BA4-78A8-4BDE-9A53-4656B3CAB402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115335910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含輔助字幕的圖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8B74866D-BC48-4D23-B15C-3FD37846B58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圖片版面配置區 2">
            <a:extLst>
              <a:ext uri="{FF2B5EF4-FFF2-40B4-BE49-F238E27FC236}">
                <a16:creationId xmlns:a16="http://schemas.microsoft.com/office/drawing/2014/main" id="{019BF796-5BE0-4F06-95C6-CF166E3631C8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zh-TW" altLang="en-US"/>
          </a:p>
        </p:txBody>
      </p:sp>
      <p:sp>
        <p:nvSpPr>
          <p:cNvPr id="4" name="文字版面配置區 3">
            <a:extLst>
              <a:ext uri="{FF2B5EF4-FFF2-40B4-BE49-F238E27FC236}">
                <a16:creationId xmlns:a16="http://schemas.microsoft.com/office/drawing/2014/main" id="{427E973B-8EC8-4AEB-9B40-59AD951E7AFC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TW" altLang="en-US"/>
              <a:t>按一下以編輯母片文字樣式</a:t>
            </a:r>
          </a:p>
        </p:txBody>
      </p:sp>
      <p:sp>
        <p:nvSpPr>
          <p:cNvPr id="5" name="日期版面配置區 4">
            <a:extLst>
              <a:ext uri="{FF2B5EF4-FFF2-40B4-BE49-F238E27FC236}">
                <a16:creationId xmlns:a16="http://schemas.microsoft.com/office/drawing/2014/main" id="{E819B0E2-5E2F-47DF-BDED-F5F08647528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FF5604E-D5C5-49B3-9977-2CA104B9D5B1}" type="datetimeFigureOut">
              <a:rPr lang="zh-TW" altLang="en-US" smtClean="0"/>
              <a:t>2021/4/18</a:t>
            </a:fld>
            <a:endParaRPr lang="zh-TW" altLang="en-US"/>
          </a:p>
        </p:txBody>
      </p:sp>
      <p:sp>
        <p:nvSpPr>
          <p:cNvPr id="6" name="頁尾版面配置區 5">
            <a:extLst>
              <a:ext uri="{FF2B5EF4-FFF2-40B4-BE49-F238E27FC236}">
                <a16:creationId xmlns:a16="http://schemas.microsoft.com/office/drawing/2014/main" id="{E9BB627D-D290-450B-8A73-62E3182F3B3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7" name="投影片編號版面配置區 6">
            <a:extLst>
              <a:ext uri="{FF2B5EF4-FFF2-40B4-BE49-F238E27FC236}">
                <a16:creationId xmlns:a16="http://schemas.microsoft.com/office/drawing/2014/main" id="{A0D7268E-B16D-4E18-8AD5-5EC0011D3F5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5F38BA4-78A8-4BDE-9A53-4656B3CAB402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155768399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標題及直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860520AA-EA46-4928-B3AA-3FD742CA18B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直排文字版面配置區 2">
            <a:extLst>
              <a:ext uri="{FF2B5EF4-FFF2-40B4-BE49-F238E27FC236}">
                <a16:creationId xmlns:a16="http://schemas.microsoft.com/office/drawing/2014/main" id="{CA5D45D9-1285-4F4D-967C-327C4EF10508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4" name="日期版面配置區 3">
            <a:extLst>
              <a:ext uri="{FF2B5EF4-FFF2-40B4-BE49-F238E27FC236}">
                <a16:creationId xmlns:a16="http://schemas.microsoft.com/office/drawing/2014/main" id="{591965B1-BFEB-43AF-862F-091646AB1E2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FF5604E-D5C5-49B3-9977-2CA104B9D5B1}" type="datetimeFigureOut">
              <a:rPr lang="zh-TW" altLang="en-US" smtClean="0"/>
              <a:t>2021/4/18</a:t>
            </a:fld>
            <a:endParaRPr lang="zh-TW" altLang="en-US"/>
          </a:p>
        </p:txBody>
      </p:sp>
      <p:sp>
        <p:nvSpPr>
          <p:cNvPr id="5" name="頁尾版面配置區 4">
            <a:extLst>
              <a:ext uri="{FF2B5EF4-FFF2-40B4-BE49-F238E27FC236}">
                <a16:creationId xmlns:a16="http://schemas.microsoft.com/office/drawing/2014/main" id="{D2C2C164-32B8-4307-A263-918DC8A1B8B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6" name="投影片編號版面配置區 5">
            <a:extLst>
              <a:ext uri="{FF2B5EF4-FFF2-40B4-BE49-F238E27FC236}">
                <a16:creationId xmlns:a16="http://schemas.microsoft.com/office/drawing/2014/main" id="{BCD34B3E-E39E-4519-96FC-9026B3E16B5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5F38BA4-78A8-4BDE-9A53-4656B3CAB402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132555030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直排標題及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直排標題 1">
            <a:extLst>
              <a:ext uri="{FF2B5EF4-FFF2-40B4-BE49-F238E27FC236}">
                <a16:creationId xmlns:a16="http://schemas.microsoft.com/office/drawing/2014/main" id="{5C558CF0-D4FF-4582-9002-4DBBCADB7E62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直排文字版面配置區 2">
            <a:extLst>
              <a:ext uri="{FF2B5EF4-FFF2-40B4-BE49-F238E27FC236}">
                <a16:creationId xmlns:a16="http://schemas.microsoft.com/office/drawing/2014/main" id="{B3EA87DB-9DF2-480F-AC6E-91630C3C59E2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4" name="日期版面配置區 3">
            <a:extLst>
              <a:ext uri="{FF2B5EF4-FFF2-40B4-BE49-F238E27FC236}">
                <a16:creationId xmlns:a16="http://schemas.microsoft.com/office/drawing/2014/main" id="{8913AB17-2522-40AF-BA68-BE060056C78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FF5604E-D5C5-49B3-9977-2CA104B9D5B1}" type="datetimeFigureOut">
              <a:rPr lang="zh-TW" altLang="en-US" smtClean="0"/>
              <a:t>2021/4/18</a:t>
            </a:fld>
            <a:endParaRPr lang="zh-TW" altLang="en-US"/>
          </a:p>
        </p:txBody>
      </p:sp>
      <p:sp>
        <p:nvSpPr>
          <p:cNvPr id="5" name="頁尾版面配置區 4">
            <a:extLst>
              <a:ext uri="{FF2B5EF4-FFF2-40B4-BE49-F238E27FC236}">
                <a16:creationId xmlns:a16="http://schemas.microsoft.com/office/drawing/2014/main" id="{828AC34F-B330-49C7-A0F5-3319425BEA0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6" name="投影片編號版面配置區 5">
            <a:extLst>
              <a:ext uri="{FF2B5EF4-FFF2-40B4-BE49-F238E27FC236}">
                <a16:creationId xmlns:a16="http://schemas.microsoft.com/office/drawing/2014/main" id="{E6699032-4435-4EA3-85DA-AC70CD56981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5F38BA4-78A8-4BDE-9A53-4656B3CAB402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217906935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版面配置區 1">
            <a:extLst>
              <a:ext uri="{FF2B5EF4-FFF2-40B4-BE49-F238E27FC236}">
                <a16:creationId xmlns:a16="http://schemas.microsoft.com/office/drawing/2014/main" id="{048FFB73-4463-4D83-B93B-5507C32B6CA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文字版面配置區 2">
            <a:extLst>
              <a:ext uri="{FF2B5EF4-FFF2-40B4-BE49-F238E27FC236}">
                <a16:creationId xmlns:a16="http://schemas.microsoft.com/office/drawing/2014/main" id="{C2050010-DC0A-4EA2-BCE6-3E0DA709A06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4" name="日期版面配置區 3">
            <a:extLst>
              <a:ext uri="{FF2B5EF4-FFF2-40B4-BE49-F238E27FC236}">
                <a16:creationId xmlns:a16="http://schemas.microsoft.com/office/drawing/2014/main" id="{99C62161-E204-4FE4-A349-7C269253E140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FF5604E-D5C5-49B3-9977-2CA104B9D5B1}" type="datetimeFigureOut">
              <a:rPr lang="zh-TW" altLang="en-US" smtClean="0"/>
              <a:t>2021/4/18</a:t>
            </a:fld>
            <a:endParaRPr lang="zh-TW" altLang="en-US"/>
          </a:p>
        </p:txBody>
      </p:sp>
      <p:sp>
        <p:nvSpPr>
          <p:cNvPr id="5" name="頁尾版面配置區 4">
            <a:extLst>
              <a:ext uri="{FF2B5EF4-FFF2-40B4-BE49-F238E27FC236}">
                <a16:creationId xmlns:a16="http://schemas.microsoft.com/office/drawing/2014/main" id="{5FEFC93B-2055-4F76-852C-A9BC08FDC5A3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TW" altLang="en-US"/>
          </a:p>
        </p:txBody>
      </p:sp>
      <p:sp>
        <p:nvSpPr>
          <p:cNvPr id="6" name="投影片編號版面配置區 5">
            <a:extLst>
              <a:ext uri="{FF2B5EF4-FFF2-40B4-BE49-F238E27FC236}">
                <a16:creationId xmlns:a16="http://schemas.microsoft.com/office/drawing/2014/main" id="{A421A5DF-49EB-42A1-9A29-35920D80D092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5F38BA4-78A8-4BDE-9A53-4656B3CAB402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382147884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TW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8" Type="http://schemas.openxmlformats.org/officeDocument/2006/relationships/image" Target="../media/image8.png"/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3.png"/><Relationship Id="rId9" Type="http://schemas.openxmlformats.org/officeDocument/2006/relationships/image" Target="../media/image9.pn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5.jpg"/><Relationship Id="rId5" Type="http://schemas.openxmlformats.org/officeDocument/2006/relationships/image" Target="../media/image4.jfif"/><Relationship Id="rId4" Type="http://schemas.openxmlformats.org/officeDocument/2006/relationships/image" Target="../media/image3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7.png"/><Relationship Id="rId4" Type="http://schemas.openxmlformats.org/officeDocument/2006/relationships/image" Target="../media/image6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7" Type="http://schemas.openxmlformats.org/officeDocument/2006/relationships/image" Target="../media/image10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5.jpg"/><Relationship Id="rId5" Type="http://schemas.openxmlformats.org/officeDocument/2006/relationships/image" Target="../media/image4.jfif"/><Relationship Id="rId4" Type="http://schemas.openxmlformats.org/officeDocument/2006/relationships/image" Target="../media/image3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7" Type="http://schemas.openxmlformats.org/officeDocument/2006/relationships/image" Target="../media/image10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5.jpg"/><Relationship Id="rId5" Type="http://schemas.openxmlformats.org/officeDocument/2006/relationships/image" Target="../media/image4.jfif"/><Relationship Id="rId4" Type="http://schemas.openxmlformats.org/officeDocument/2006/relationships/image" Target="../media/image3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7" Type="http://schemas.openxmlformats.org/officeDocument/2006/relationships/image" Target="../media/image10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5.jpg"/><Relationship Id="rId5" Type="http://schemas.openxmlformats.org/officeDocument/2006/relationships/image" Target="../media/image4.jfif"/><Relationship Id="rId4" Type="http://schemas.openxmlformats.org/officeDocument/2006/relationships/image" Target="../media/image3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5.jpg"/><Relationship Id="rId4" Type="http://schemas.openxmlformats.org/officeDocument/2006/relationships/image" Target="../media/image4.jfif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7" Type="http://schemas.openxmlformats.org/officeDocument/2006/relationships/image" Target="../media/image1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5.jpg"/><Relationship Id="rId5" Type="http://schemas.openxmlformats.org/officeDocument/2006/relationships/image" Target="../media/image4.jfif"/><Relationship Id="rId4" Type="http://schemas.openxmlformats.org/officeDocument/2006/relationships/image" Target="../media/image11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橢圓 20">
            <a:extLst>
              <a:ext uri="{FF2B5EF4-FFF2-40B4-BE49-F238E27FC236}">
                <a16:creationId xmlns:a16="http://schemas.microsoft.com/office/drawing/2014/main" id="{83BB6DB8-82DC-4E54-8103-15D3336F734A}"/>
              </a:ext>
            </a:extLst>
          </p:cNvPr>
          <p:cNvSpPr/>
          <p:nvPr/>
        </p:nvSpPr>
        <p:spPr>
          <a:xfrm>
            <a:off x="9427266" y="5270450"/>
            <a:ext cx="914400" cy="876300"/>
          </a:xfrm>
          <a:prstGeom prst="ellipse">
            <a:avLst/>
          </a:prstGeom>
          <a:ln w="44450">
            <a:solidFill>
              <a:srgbClr val="FF0000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zh-TW" altLang="en-US" dirty="0"/>
          </a:p>
        </p:txBody>
      </p:sp>
      <p:sp>
        <p:nvSpPr>
          <p:cNvPr id="4" name="橢圓 3">
            <a:extLst>
              <a:ext uri="{FF2B5EF4-FFF2-40B4-BE49-F238E27FC236}">
                <a16:creationId xmlns:a16="http://schemas.microsoft.com/office/drawing/2014/main" id="{0400CF70-4858-4E2F-B9C5-92D2002D905D}"/>
              </a:ext>
            </a:extLst>
          </p:cNvPr>
          <p:cNvSpPr/>
          <p:nvPr/>
        </p:nvSpPr>
        <p:spPr>
          <a:xfrm>
            <a:off x="9418983" y="3119338"/>
            <a:ext cx="914400" cy="876300"/>
          </a:xfrm>
          <a:prstGeom prst="ellipse">
            <a:avLst/>
          </a:prstGeom>
          <a:ln w="44450">
            <a:solidFill>
              <a:srgbClr val="FF0000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zh-TW" altLang="en-US" dirty="0"/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10" name="矩形 9">
                <a:extLst>
                  <a:ext uri="{FF2B5EF4-FFF2-40B4-BE49-F238E27FC236}">
                    <a16:creationId xmlns:a16="http://schemas.microsoft.com/office/drawing/2014/main" id="{0F5C27B8-0279-41F2-95D0-65E52814B2F9}"/>
                  </a:ext>
                </a:extLst>
              </p:cNvPr>
              <p:cNvSpPr/>
              <p:nvPr/>
            </p:nvSpPr>
            <p:spPr>
              <a:xfrm>
                <a:off x="254943" y="1363524"/>
                <a:ext cx="11317932" cy="707886"/>
              </a:xfrm>
              <a:prstGeom prst="rect">
                <a:avLst/>
              </a:prstGeom>
            </p:spPr>
            <p:txBody>
              <a:bodyPr wrap="square">
                <a:spAutoFit/>
              </a:bodyPr>
              <a:lstStyle/>
              <a:p>
                <a:pPr algn="ctr"/>
                <a:r>
                  <a:rPr lang="en-US" altLang="zh-TW" sz="40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TW" sz="400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TW" sz="4000" b="0" i="1" smtClean="0">
                            <a:latin typeface="Cambria Math" panose="02040503050406030204" pitchFamily="18" charset="0"/>
                          </a:rPr>
                          <m:t>𝑀𝑖𝑛</m:t>
                        </m:r>
                        <m:r>
                          <a:rPr lang="en-US" altLang="zh-TW" sz="4000" b="0" i="1" smtClean="0">
                            <a:latin typeface="Cambria Math" panose="02040503050406030204" pitchFamily="18" charset="0"/>
                          </a:rPr>
                          <m:t> </m:t>
                        </m:r>
                        <m:r>
                          <a:rPr lang="en-US" altLang="zh-TW" sz="4000" b="0" i="1" smtClean="0">
                            <a:latin typeface="Cambria Math" panose="02040503050406030204" pitchFamily="18" charset="0"/>
                          </a:rPr>
                          <m:t>𝑓</m:t>
                        </m:r>
                        <m:r>
                          <a:rPr lang="en-US" altLang="zh-TW" sz="4000" b="0" i="1" smtClean="0">
                            <a:latin typeface="Cambria Math" panose="02040503050406030204" pitchFamily="18" charset="0"/>
                          </a:rPr>
                          <m:t>(</m:t>
                        </m:r>
                        <m:r>
                          <a:rPr lang="en-US" altLang="zh-TW" sz="4000" b="0" i="1" smtClean="0">
                            <a:latin typeface="Cambria Math" panose="02040503050406030204" pitchFamily="18" charset="0"/>
                          </a:rPr>
                          <m:t>𝑥</m:t>
                        </m:r>
                        <m:r>
                          <a:rPr lang="en-US" altLang="zh-TW" sz="4000" b="0" i="1" smtClean="0">
                            <a:latin typeface="Cambria Math" panose="02040503050406030204" pitchFamily="18" charset="0"/>
                          </a:rPr>
                          <m:t>)</m:t>
                        </m:r>
                      </m:e>
                      <m:sub>
                        <m:r>
                          <a:rPr lang="en-US" altLang="zh-TW" sz="4000" i="1" smtClean="0">
                            <a:latin typeface="Cambria Math" panose="02040503050406030204" pitchFamily="18" charset="0"/>
                          </a:rPr>
                          <m:t> </m:t>
                        </m:r>
                      </m:sub>
                    </m:sSub>
                    <m:r>
                      <a:rPr lang="en-US" altLang="zh-TW" sz="4000" i="1" smtClean="0">
                        <a:latin typeface="Cambria Math" panose="02040503050406030204" pitchFamily="18" charset="0"/>
                      </a:rPr>
                      <m:t>=</m:t>
                    </m:r>
                    <m:sSup>
                      <m:sSupPr>
                        <m:ctrlPr>
                          <a:rPr lang="en-US" altLang="zh-TW" sz="4000" i="1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altLang="zh-TW" sz="4000" b="0" i="1" smtClean="0">
                            <a:latin typeface="Cambria Math" panose="02040503050406030204" pitchFamily="18" charset="0"/>
                          </a:rPr>
                          <m:t>(</m:t>
                        </m:r>
                        <m:sSub>
                          <m:sSubPr>
                            <m:ctrlPr>
                              <a:rPr lang="en-US" altLang="zh-TW" sz="4000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zh-TW" sz="4000" b="0" i="1" smtClean="0"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  <m:sub>
                            <m:r>
                              <a:rPr lang="en-US" altLang="zh-TW" sz="4000" b="0" i="1" smtClean="0">
                                <a:latin typeface="Cambria Math" panose="02040503050406030204" pitchFamily="18" charset="0"/>
                              </a:rPr>
                              <m:t>1</m:t>
                            </m:r>
                          </m:sub>
                        </m:sSub>
                        <m:r>
                          <a:rPr lang="en-US" altLang="zh-TW" sz="4000" b="0" i="1" smtClean="0">
                            <a:latin typeface="Cambria Math" panose="02040503050406030204" pitchFamily="18" charset="0"/>
                          </a:rPr>
                          <m:t>−2)</m:t>
                        </m:r>
                      </m:e>
                      <m:sup>
                        <m:r>
                          <a:rPr lang="en-US" altLang="zh-TW" sz="4000" b="0" i="1" smtClean="0"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a:rPr lang="en-US" altLang="zh-TW" sz="4000" b="0" i="1" smtClean="0">
                        <a:latin typeface="Cambria Math" panose="02040503050406030204" pitchFamily="18" charset="0"/>
                      </a:rPr>
                      <m:t>+</m:t>
                    </m:r>
                    <m:sSup>
                      <m:sSupPr>
                        <m:ctrlPr>
                          <a:rPr lang="en-US" altLang="zh-TW" sz="4000" i="1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altLang="zh-TW" sz="4000" b="0" i="1" smtClean="0">
                            <a:latin typeface="Cambria Math" panose="02040503050406030204" pitchFamily="18" charset="0"/>
                          </a:rPr>
                          <m:t>(</m:t>
                        </m:r>
                        <m:sSub>
                          <m:sSubPr>
                            <m:ctrlPr>
                              <a:rPr lang="en-US" altLang="zh-TW" sz="4000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zh-TW" sz="4000" b="0" i="1" smtClean="0"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  <m:sub>
                            <m:r>
                              <a:rPr lang="en-US" altLang="zh-TW" sz="4000" b="0" i="1" smtClean="0">
                                <a:latin typeface="Cambria Math" panose="02040503050406030204" pitchFamily="18" charset="0"/>
                              </a:rPr>
                              <m:t>2</m:t>
                            </m:r>
                          </m:sub>
                        </m:sSub>
                        <m:r>
                          <a:rPr lang="en-US" altLang="zh-TW" sz="4000" b="0" i="1" smtClean="0">
                            <a:latin typeface="Cambria Math" panose="02040503050406030204" pitchFamily="18" charset="0"/>
                          </a:rPr>
                          <m:t>−3)</m:t>
                        </m:r>
                      </m:e>
                      <m:sup>
                        <m:r>
                          <a:rPr lang="en-US" altLang="zh-TW" sz="4000" b="0" i="1" smtClean="0">
                            <a:latin typeface="Cambria Math" panose="02040503050406030204" pitchFamily="18" charset="0"/>
                          </a:rPr>
                          <m:t>4</m:t>
                        </m:r>
                      </m:sup>
                    </m:sSup>
                    <m:r>
                      <a:rPr lang="en-US" altLang="zh-TW" sz="4000" b="0" i="1" smtClean="0">
                        <a:latin typeface="Cambria Math" panose="02040503050406030204" pitchFamily="18" charset="0"/>
                      </a:rPr>
                      <m:t>+</m:t>
                    </m:r>
                    <m:sSup>
                      <m:sSupPr>
                        <m:ctrlPr>
                          <a:rPr lang="en-US" altLang="zh-TW" sz="4000" i="1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altLang="zh-TW" sz="4000" b="0" i="1" smtClean="0">
                            <a:latin typeface="Cambria Math" panose="02040503050406030204" pitchFamily="18" charset="0"/>
                          </a:rPr>
                          <m:t>(</m:t>
                        </m:r>
                        <m:sSub>
                          <m:sSubPr>
                            <m:ctrlPr>
                              <a:rPr lang="en-US" altLang="zh-TW" sz="4000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zh-TW" sz="4000" b="0" i="1" smtClean="0"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  <m:sub>
                            <m:r>
                              <a:rPr lang="en-US" altLang="zh-TW" sz="4000" b="0" i="1" smtClean="0">
                                <a:latin typeface="Cambria Math" panose="02040503050406030204" pitchFamily="18" charset="0"/>
                              </a:rPr>
                              <m:t>3</m:t>
                            </m:r>
                          </m:sub>
                        </m:sSub>
                        <m:r>
                          <a:rPr lang="en-US" altLang="zh-TW" sz="4000" b="0" i="1" smtClean="0">
                            <a:latin typeface="Cambria Math" panose="02040503050406030204" pitchFamily="18" charset="0"/>
                          </a:rPr>
                          <m:t>−1)</m:t>
                        </m:r>
                      </m:e>
                      <m:sup>
                        <m:r>
                          <a:rPr lang="en-US" altLang="zh-TW" sz="4000" b="0" i="1" smtClean="0"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a:rPr lang="en-US" altLang="zh-TW" sz="4000" b="0" i="1" smtClean="0">
                        <a:latin typeface="Cambria Math" panose="02040503050406030204" pitchFamily="18" charset="0"/>
                      </a:rPr>
                      <m:t>+3</m:t>
                    </m:r>
                  </m:oMath>
                </a14:m>
                <a:endParaRPr lang="en-US" altLang="zh-TW" sz="4000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</mc:Choice>
        <mc:Fallback>
          <p:sp>
            <p:nvSpPr>
              <p:cNvPr id="10" name="矩形 9">
                <a:extLst>
                  <a:ext uri="{FF2B5EF4-FFF2-40B4-BE49-F238E27FC236}">
                    <a16:creationId xmlns:a16="http://schemas.microsoft.com/office/drawing/2014/main" id="{0F5C27B8-0279-41F2-95D0-65E52814B2F9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54943" y="1363524"/>
                <a:ext cx="11317932" cy="707886"/>
              </a:xfrm>
              <a:prstGeom prst="rect">
                <a:avLst/>
              </a:prstGeom>
              <a:blipFill>
                <a:blip r:embed="rId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3" name="矩形 2">
            <a:extLst>
              <a:ext uri="{FF2B5EF4-FFF2-40B4-BE49-F238E27FC236}">
                <a16:creationId xmlns:a16="http://schemas.microsoft.com/office/drawing/2014/main" id="{E7866A17-49F6-49E1-89D3-E109BF5EDD31}"/>
              </a:ext>
            </a:extLst>
          </p:cNvPr>
          <p:cNvSpPr/>
          <p:nvPr/>
        </p:nvSpPr>
        <p:spPr>
          <a:xfrm>
            <a:off x="2224390" y="3124200"/>
            <a:ext cx="1504950" cy="87630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TW" sz="4000" dirty="0"/>
              <a:t>2</a:t>
            </a:r>
            <a:endParaRPr lang="zh-TW" altLang="en-US" sz="4000" dirty="0"/>
          </a:p>
        </p:txBody>
      </p:sp>
      <p:sp>
        <p:nvSpPr>
          <p:cNvPr id="22" name="矩形 21">
            <a:extLst>
              <a:ext uri="{FF2B5EF4-FFF2-40B4-BE49-F238E27FC236}">
                <a16:creationId xmlns:a16="http://schemas.microsoft.com/office/drawing/2014/main" id="{B51CB741-9C0C-410C-9509-C79ED3DBF85F}"/>
              </a:ext>
            </a:extLst>
          </p:cNvPr>
          <p:cNvSpPr/>
          <p:nvPr/>
        </p:nvSpPr>
        <p:spPr>
          <a:xfrm>
            <a:off x="4317892" y="3128863"/>
            <a:ext cx="1504950" cy="87630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TW" sz="4000" dirty="0"/>
              <a:t>2</a:t>
            </a:r>
            <a:endParaRPr lang="zh-TW" altLang="en-US" sz="4000" dirty="0"/>
          </a:p>
        </p:txBody>
      </p:sp>
      <p:sp>
        <p:nvSpPr>
          <p:cNvPr id="23" name="矩形 22">
            <a:extLst>
              <a:ext uri="{FF2B5EF4-FFF2-40B4-BE49-F238E27FC236}">
                <a16:creationId xmlns:a16="http://schemas.microsoft.com/office/drawing/2014/main" id="{C7C97C81-D78A-43E3-9CBB-17D3C4618984}"/>
              </a:ext>
            </a:extLst>
          </p:cNvPr>
          <p:cNvSpPr/>
          <p:nvPr/>
        </p:nvSpPr>
        <p:spPr>
          <a:xfrm>
            <a:off x="6465427" y="3119338"/>
            <a:ext cx="1504950" cy="87630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TW" sz="4000" dirty="0"/>
              <a:t>1</a:t>
            </a:r>
            <a:endParaRPr lang="zh-TW" altLang="en-US" sz="4000" dirty="0"/>
          </a:p>
        </p:txBody>
      </p:sp>
      <p:sp>
        <p:nvSpPr>
          <p:cNvPr id="24" name="矩形 23">
            <a:extLst>
              <a:ext uri="{FF2B5EF4-FFF2-40B4-BE49-F238E27FC236}">
                <a16:creationId xmlns:a16="http://schemas.microsoft.com/office/drawing/2014/main" id="{12AFA6D3-6B95-4A1D-84EA-FF5FB2C1ED0D}"/>
              </a:ext>
            </a:extLst>
          </p:cNvPr>
          <p:cNvSpPr/>
          <p:nvPr/>
        </p:nvSpPr>
        <p:spPr>
          <a:xfrm>
            <a:off x="2224390" y="4279101"/>
            <a:ext cx="1504950" cy="87630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TW" sz="4000" dirty="0"/>
              <a:t>1</a:t>
            </a:r>
            <a:endParaRPr lang="zh-TW" altLang="en-US" sz="4000" dirty="0"/>
          </a:p>
        </p:txBody>
      </p:sp>
      <p:sp>
        <p:nvSpPr>
          <p:cNvPr id="25" name="矩形 24">
            <a:extLst>
              <a:ext uri="{FF2B5EF4-FFF2-40B4-BE49-F238E27FC236}">
                <a16:creationId xmlns:a16="http://schemas.microsoft.com/office/drawing/2014/main" id="{93F3044C-00B3-4FA1-948C-7692C1DC6FAE}"/>
              </a:ext>
            </a:extLst>
          </p:cNvPr>
          <p:cNvSpPr/>
          <p:nvPr/>
        </p:nvSpPr>
        <p:spPr>
          <a:xfrm>
            <a:off x="4317892" y="4279101"/>
            <a:ext cx="1504950" cy="87630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TW" sz="4000" dirty="0"/>
              <a:t>3</a:t>
            </a:r>
            <a:endParaRPr lang="zh-TW" altLang="en-US" sz="4000" dirty="0"/>
          </a:p>
        </p:txBody>
      </p:sp>
      <p:sp>
        <p:nvSpPr>
          <p:cNvPr id="26" name="矩形 25">
            <a:extLst>
              <a:ext uri="{FF2B5EF4-FFF2-40B4-BE49-F238E27FC236}">
                <a16:creationId xmlns:a16="http://schemas.microsoft.com/office/drawing/2014/main" id="{AF48F755-C712-4B76-AFBC-8B20328E63A8}"/>
              </a:ext>
            </a:extLst>
          </p:cNvPr>
          <p:cNvSpPr/>
          <p:nvPr/>
        </p:nvSpPr>
        <p:spPr>
          <a:xfrm>
            <a:off x="6465427" y="4279101"/>
            <a:ext cx="1504950" cy="87630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TW" sz="4000" dirty="0"/>
              <a:t>4</a:t>
            </a:r>
            <a:endParaRPr lang="zh-TW" altLang="en-US" sz="4000" dirty="0"/>
          </a:p>
        </p:txBody>
      </p:sp>
      <p:sp>
        <p:nvSpPr>
          <p:cNvPr id="27" name="矩形 26">
            <a:extLst>
              <a:ext uri="{FF2B5EF4-FFF2-40B4-BE49-F238E27FC236}">
                <a16:creationId xmlns:a16="http://schemas.microsoft.com/office/drawing/2014/main" id="{8CA8CA77-B425-43AF-B489-50401638E483}"/>
              </a:ext>
            </a:extLst>
          </p:cNvPr>
          <p:cNvSpPr/>
          <p:nvPr/>
        </p:nvSpPr>
        <p:spPr>
          <a:xfrm>
            <a:off x="2224390" y="5360377"/>
            <a:ext cx="1504950" cy="87630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TW" sz="4000" dirty="0"/>
              <a:t>5</a:t>
            </a:r>
            <a:endParaRPr lang="zh-TW" altLang="en-US" sz="4000" dirty="0"/>
          </a:p>
        </p:txBody>
      </p:sp>
      <p:sp>
        <p:nvSpPr>
          <p:cNvPr id="28" name="矩形 27">
            <a:extLst>
              <a:ext uri="{FF2B5EF4-FFF2-40B4-BE49-F238E27FC236}">
                <a16:creationId xmlns:a16="http://schemas.microsoft.com/office/drawing/2014/main" id="{7622245F-D128-4206-AE57-E36F03B6B247}"/>
              </a:ext>
            </a:extLst>
          </p:cNvPr>
          <p:cNvSpPr/>
          <p:nvPr/>
        </p:nvSpPr>
        <p:spPr>
          <a:xfrm>
            <a:off x="4317892" y="5360377"/>
            <a:ext cx="1504950" cy="87630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TW" sz="4000" dirty="0"/>
              <a:t>3</a:t>
            </a:r>
            <a:endParaRPr lang="zh-TW" altLang="en-US" sz="4000" dirty="0"/>
          </a:p>
        </p:txBody>
      </p:sp>
      <p:sp>
        <p:nvSpPr>
          <p:cNvPr id="29" name="矩形 28">
            <a:extLst>
              <a:ext uri="{FF2B5EF4-FFF2-40B4-BE49-F238E27FC236}">
                <a16:creationId xmlns:a16="http://schemas.microsoft.com/office/drawing/2014/main" id="{F4BB7CB8-5FD8-4292-844F-7BD1AA250AFB}"/>
              </a:ext>
            </a:extLst>
          </p:cNvPr>
          <p:cNvSpPr/>
          <p:nvPr/>
        </p:nvSpPr>
        <p:spPr>
          <a:xfrm>
            <a:off x="6465427" y="5360377"/>
            <a:ext cx="1504950" cy="87630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TW" sz="4000" dirty="0"/>
              <a:t>3</a:t>
            </a:r>
            <a:endParaRPr lang="zh-TW" altLang="en-US" sz="4000" dirty="0"/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30" name="文字方塊 29">
                <a:extLst>
                  <a:ext uri="{FF2B5EF4-FFF2-40B4-BE49-F238E27FC236}">
                    <a16:creationId xmlns:a16="http://schemas.microsoft.com/office/drawing/2014/main" id="{C88827B5-CCBB-4D6E-9D39-A339CAE1CB94}"/>
                  </a:ext>
                </a:extLst>
              </p:cNvPr>
              <p:cNvSpPr txBox="1"/>
              <p:nvPr/>
            </p:nvSpPr>
            <p:spPr>
              <a:xfrm>
                <a:off x="6828183" y="2216001"/>
                <a:ext cx="6096000" cy="707886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TW" sz="4000" b="0" i="1" smtClean="0">
                          <a:latin typeface="Cambria Math" panose="02040503050406030204" pitchFamily="18" charset="0"/>
                        </a:rPr>
                        <m:t>𝑓</m:t>
                      </m:r>
                      <m:r>
                        <a:rPr lang="en-US" altLang="zh-TW" sz="4000" b="0" i="1" smtClean="0">
                          <a:latin typeface="Cambria Math" panose="02040503050406030204" pitchFamily="18" charset="0"/>
                        </a:rPr>
                        <m:t>(</m:t>
                      </m:r>
                      <m:r>
                        <a:rPr lang="en-US" altLang="zh-TW" sz="4000" b="0" i="1" smtClean="0">
                          <a:latin typeface="Cambria Math" panose="02040503050406030204" pitchFamily="18" charset="0"/>
                        </a:rPr>
                        <m:t>𝑥</m:t>
                      </m:r>
                      <m:r>
                        <a:rPr lang="en-US" altLang="zh-TW" sz="4000" b="0" i="1" smtClean="0">
                          <a:latin typeface="Cambria Math" panose="02040503050406030204" pitchFamily="18" charset="0"/>
                        </a:rPr>
                        <m:t>)</m:t>
                      </m:r>
                    </m:oMath>
                  </m:oMathPara>
                </a14:m>
                <a:endParaRPr lang="zh-TW" altLang="en-US" sz="4000" dirty="0"/>
              </a:p>
            </p:txBody>
          </p:sp>
        </mc:Choice>
        <mc:Fallback>
          <p:sp>
            <p:nvSpPr>
              <p:cNvPr id="30" name="文字方塊 29">
                <a:extLst>
                  <a:ext uri="{FF2B5EF4-FFF2-40B4-BE49-F238E27FC236}">
                    <a16:creationId xmlns:a16="http://schemas.microsoft.com/office/drawing/2014/main" id="{C88827B5-CCBB-4D6E-9D39-A339CAE1CB94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828183" y="2216001"/>
                <a:ext cx="6096000" cy="707886"/>
              </a:xfrm>
              <a:prstGeom prst="rect">
                <a:avLst/>
              </a:prstGeom>
              <a:blipFill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33" name="文字方塊 32">
                <a:extLst>
                  <a:ext uri="{FF2B5EF4-FFF2-40B4-BE49-F238E27FC236}">
                    <a16:creationId xmlns:a16="http://schemas.microsoft.com/office/drawing/2014/main" id="{2A837530-8331-4A27-A1B1-AA564A2B1F0A}"/>
                  </a:ext>
                </a:extLst>
              </p:cNvPr>
              <p:cNvSpPr txBox="1"/>
              <p:nvPr/>
            </p:nvSpPr>
            <p:spPr>
              <a:xfrm>
                <a:off x="6828183" y="3213070"/>
                <a:ext cx="6096000" cy="707886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TW" sz="4000" b="0" i="1" smtClean="0">
                          <a:latin typeface="Cambria Math" panose="02040503050406030204" pitchFamily="18" charset="0"/>
                        </a:rPr>
                        <m:t>4</m:t>
                      </m:r>
                    </m:oMath>
                  </m:oMathPara>
                </a14:m>
                <a:endParaRPr lang="zh-TW" altLang="en-US" sz="4000" dirty="0"/>
              </a:p>
            </p:txBody>
          </p:sp>
        </mc:Choice>
        <mc:Fallback>
          <p:sp>
            <p:nvSpPr>
              <p:cNvPr id="33" name="文字方塊 32">
                <a:extLst>
                  <a:ext uri="{FF2B5EF4-FFF2-40B4-BE49-F238E27FC236}">
                    <a16:creationId xmlns:a16="http://schemas.microsoft.com/office/drawing/2014/main" id="{2A837530-8331-4A27-A1B1-AA564A2B1F0A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828183" y="3213070"/>
                <a:ext cx="6096000" cy="707886"/>
              </a:xfrm>
              <a:prstGeom prst="rect">
                <a:avLst/>
              </a:prstGeom>
              <a:blipFill>
                <a:blip r:embed="rId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4" name="文字方塊 33">
                <a:extLst>
                  <a:ext uri="{FF2B5EF4-FFF2-40B4-BE49-F238E27FC236}">
                    <a16:creationId xmlns:a16="http://schemas.microsoft.com/office/drawing/2014/main" id="{3CB147C5-6FE8-4CE7-B477-6BD94B6CECEB}"/>
                  </a:ext>
                </a:extLst>
              </p:cNvPr>
              <p:cNvSpPr txBox="1"/>
              <p:nvPr/>
            </p:nvSpPr>
            <p:spPr>
              <a:xfrm>
                <a:off x="6828183" y="4363308"/>
                <a:ext cx="6096000" cy="707886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TW" sz="4000" b="0" i="1" smtClean="0">
                          <a:latin typeface="Cambria Math" panose="02040503050406030204" pitchFamily="18" charset="0"/>
                        </a:rPr>
                        <m:t>13</m:t>
                      </m:r>
                    </m:oMath>
                  </m:oMathPara>
                </a14:m>
                <a:endParaRPr lang="zh-TW" altLang="en-US" sz="4000" dirty="0"/>
              </a:p>
            </p:txBody>
          </p:sp>
        </mc:Choice>
        <mc:Fallback xmlns="">
          <p:sp>
            <p:nvSpPr>
              <p:cNvPr id="34" name="文字方塊 33">
                <a:extLst>
                  <a:ext uri="{FF2B5EF4-FFF2-40B4-BE49-F238E27FC236}">
                    <a16:creationId xmlns:a16="http://schemas.microsoft.com/office/drawing/2014/main" id="{3CB147C5-6FE8-4CE7-B477-6BD94B6CECEB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828183" y="4363308"/>
                <a:ext cx="6096000" cy="707886"/>
              </a:xfrm>
              <a:prstGeom prst="rect">
                <a:avLst/>
              </a:prstGeom>
              <a:blipFill>
                <a:blip r:embed="rId8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6" name="文字方塊 35">
                <a:extLst>
                  <a:ext uri="{FF2B5EF4-FFF2-40B4-BE49-F238E27FC236}">
                    <a16:creationId xmlns:a16="http://schemas.microsoft.com/office/drawing/2014/main" id="{8F6AEF69-F856-40DF-B691-44B28CA70FE4}"/>
                  </a:ext>
                </a:extLst>
              </p:cNvPr>
              <p:cNvSpPr txBox="1"/>
              <p:nvPr/>
            </p:nvSpPr>
            <p:spPr>
              <a:xfrm>
                <a:off x="6828183" y="5438864"/>
                <a:ext cx="6096000" cy="707886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TW" sz="4000" b="0" i="1" smtClean="0">
                          <a:latin typeface="Cambria Math" panose="02040503050406030204" pitchFamily="18" charset="0"/>
                        </a:rPr>
                        <m:t>16</m:t>
                      </m:r>
                    </m:oMath>
                  </m:oMathPara>
                </a14:m>
                <a:endParaRPr lang="zh-TW" altLang="en-US" sz="4000" dirty="0"/>
              </a:p>
            </p:txBody>
          </p:sp>
        </mc:Choice>
        <mc:Fallback xmlns="">
          <p:sp>
            <p:nvSpPr>
              <p:cNvPr id="36" name="文字方塊 35">
                <a:extLst>
                  <a:ext uri="{FF2B5EF4-FFF2-40B4-BE49-F238E27FC236}">
                    <a16:creationId xmlns:a16="http://schemas.microsoft.com/office/drawing/2014/main" id="{8F6AEF69-F856-40DF-B691-44B28CA70FE4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828183" y="5438864"/>
                <a:ext cx="6096000" cy="707886"/>
              </a:xfrm>
              <a:prstGeom prst="rect">
                <a:avLst/>
              </a:prstGeom>
              <a:blipFill>
                <a:blip r:embed="rId9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" name="文字方塊 1">
            <a:extLst>
              <a:ext uri="{FF2B5EF4-FFF2-40B4-BE49-F238E27FC236}">
                <a16:creationId xmlns:a16="http://schemas.microsoft.com/office/drawing/2014/main" id="{E0820C16-6654-4C5B-A4DD-E9CB3095341B}"/>
              </a:ext>
            </a:extLst>
          </p:cNvPr>
          <p:cNvSpPr txBox="1"/>
          <p:nvPr/>
        </p:nvSpPr>
        <p:spPr>
          <a:xfrm>
            <a:off x="628650" y="315596"/>
            <a:ext cx="2151551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sz="4000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Selection</a:t>
            </a:r>
            <a:endParaRPr lang="zh-TW" altLang="en-US" sz="4000" b="1" dirty="0">
              <a:solidFill>
                <a:srgbClr val="FF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450463826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橢圓 3">
            <a:extLst>
              <a:ext uri="{FF2B5EF4-FFF2-40B4-BE49-F238E27FC236}">
                <a16:creationId xmlns:a16="http://schemas.microsoft.com/office/drawing/2014/main" id="{0400CF70-4858-4E2F-B9C5-92D2002D905D}"/>
              </a:ext>
            </a:extLst>
          </p:cNvPr>
          <p:cNvSpPr/>
          <p:nvPr/>
        </p:nvSpPr>
        <p:spPr>
          <a:xfrm>
            <a:off x="9418983" y="3119338"/>
            <a:ext cx="914400" cy="876300"/>
          </a:xfrm>
          <a:prstGeom prst="ellipse">
            <a:avLst/>
          </a:prstGeom>
          <a:ln w="44450">
            <a:solidFill>
              <a:srgbClr val="FF0000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zh-TW" altLang="en-US" dirty="0"/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10" name="矩形 9">
                <a:extLst>
                  <a:ext uri="{FF2B5EF4-FFF2-40B4-BE49-F238E27FC236}">
                    <a16:creationId xmlns:a16="http://schemas.microsoft.com/office/drawing/2014/main" id="{0F5C27B8-0279-41F2-95D0-65E52814B2F9}"/>
                  </a:ext>
                </a:extLst>
              </p:cNvPr>
              <p:cNvSpPr/>
              <p:nvPr/>
            </p:nvSpPr>
            <p:spPr>
              <a:xfrm>
                <a:off x="254943" y="1363524"/>
                <a:ext cx="11317932" cy="707886"/>
              </a:xfrm>
              <a:prstGeom prst="rect">
                <a:avLst/>
              </a:prstGeom>
            </p:spPr>
            <p:txBody>
              <a:bodyPr wrap="square">
                <a:spAutoFit/>
              </a:bodyPr>
              <a:lstStyle/>
              <a:p>
                <a:pPr algn="ctr"/>
                <a:r>
                  <a:rPr lang="en-US" altLang="zh-TW" sz="40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TW" sz="400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TW" sz="4000" b="0" i="1" smtClean="0">
                            <a:latin typeface="Cambria Math" panose="02040503050406030204" pitchFamily="18" charset="0"/>
                          </a:rPr>
                          <m:t>𝑀𝑖𝑛</m:t>
                        </m:r>
                        <m:r>
                          <a:rPr lang="en-US" altLang="zh-TW" sz="4000" b="0" i="1" smtClean="0">
                            <a:latin typeface="Cambria Math" panose="02040503050406030204" pitchFamily="18" charset="0"/>
                          </a:rPr>
                          <m:t> </m:t>
                        </m:r>
                        <m:r>
                          <a:rPr lang="en-US" altLang="zh-TW" sz="4000" b="0" i="1" smtClean="0">
                            <a:latin typeface="Cambria Math" panose="02040503050406030204" pitchFamily="18" charset="0"/>
                          </a:rPr>
                          <m:t>𝑓</m:t>
                        </m:r>
                        <m:r>
                          <a:rPr lang="en-US" altLang="zh-TW" sz="4000" b="0" i="1" smtClean="0">
                            <a:latin typeface="Cambria Math" panose="02040503050406030204" pitchFamily="18" charset="0"/>
                          </a:rPr>
                          <m:t>(</m:t>
                        </m:r>
                        <m:r>
                          <a:rPr lang="en-US" altLang="zh-TW" sz="4000" b="0" i="1" smtClean="0">
                            <a:latin typeface="Cambria Math" panose="02040503050406030204" pitchFamily="18" charset="0"/>
                          </a:rPr>
                          <m:t>𝑥</m:t>
                        </m:r>
                        <m:r>
                          <a:rPr lang="en-US" altLang="zh-TW" sz="4000" b="0" i="1" smtClean="0">
                            <a:latin typeface="Cambria Math" panose="02040503050406030204" pitchFamily="18" charset="0"/>
                          </a:rPr>
                          <m:t>)</m:t>
                        </m:r>
                      </m:e>
                      <m:sub>
                        <m:r>
                          <a:rPr lang="en-US" altLang="zh-TW" sz="4000" i="1" smtClean="0">
                            <a:latin typeface="Cambria Math" panose="02040503050406030204" pitchFamily="18" charset="0"/>
                          </a:rPr>
                          <m:t> </m:t>
                        </m:r>
                      </m:sub>
                    </m:sSub>
                    <m:r>
                      <a:rPr lang="en-US" altLang="zh-TW" sz="4000" i="1" smtClean="0">
                        <a:latin typeface="Cambria Math" panose="02040503050406030204" pitchFamily="18" charset="0"/>
                      </a:rPr>
                      <m:t>=</m:t>
                    </m:r>
                    <m:sSup>
                      <m:sSupPr>
                        <m:ctrlPr>
                          <a:rPr lang="en-US" altLang="zh-TW" sz="4000" i="1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altLang="zh-TW" sz="4000" b="0" i="1" smtClean="0">
                            <a:latin typeface="Cambria Math" panose="02040503050406030204" pitchFamily="18" charset="0"/>
                          </a:rPr>
                          <m:t>(</m:t>
                        </m:r>
                        <m:sSub>
                          <m:sSubPr>
                            <m:ctrlPr>
                              <a:rPr lang="en-US" altLang="zh-TW" sz="4000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zh-TW" sz="4000" b="0" i="1" smtClean="0"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  <m:sub>
                            <m:r>
                              <a:rPr lang="en-US" altLang="zh-TW" sz="4000" b="0" i="1" smtClean="0">
                                <a:latin typeface="Cambria Math" panose="02040503050406030204" pitchFamily="18" charset="0"/>
                              </a:rPr>
                              <m:t>1</m:t>
                            </m:r>
                          </m:sub>
                        </m:sSub>
                        <m:r>
                          <a:rPr lang="en-US" altLang="zh-TW" sz="4000" b="0" i="1" smtClean="0">
                            <a:latin typeface="Cambria Math" panose="02040503050406030204" pitchFamily="18" charset="0"/>
                          </a:rPr>
                          <m:t>−2)</m:t>
                        </m:r>
                      </m:e>
                      <m:sup>
                        <m:r>
                          <a:rPr lang="en-US" altLang="zh-TW" sz="4000" b="0" i="1" smtClean="0"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a:rPr lang="en-US" altLang="zh-TW" sz="4000" b="0" i="1" smtClean="0">
                        <a:latin typeface="Cambria Math" panose="02040503050406030204" pitchFamily="18" charset="0"/>
                      </a:rPr>
                      <m:t>+</m:t>
                    </m:r>
                    <m:sSup>
                      <m:sSupPr>
                        <m:ctrlPr>
                          <a:rPr lang="en-US" altLang="zh-TW" sz="4000" i="1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altLang="zh-TW" sz="4000" b="0" i="1" smtClean="0">
                            <a:latin typeface="Cambria Math" panose="02040503050406030204" pitchFamily="18" charset="0"/>
                          </a:rPr>
                          <m:t>(</m:t>
                        </m:r>
                        <m:sSub>
                          <m:sSubPr>
                            <m:ctrlPr>
                              <a:rPr lang="en-US" altLang="zh-TW" sz="4000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zh-TW" sz="4000" b="0" i="1" smtClean="0"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  <m:sub>
                            <m:r>
                              <a:rPr lang="en-US" altLang="zh-TW" sz="4000" b="0" i="1" smtClean="0">
                                <a:latin typeface="Cambria Math" panose="02040503050406030204" pitchFamily="18" charset="0"/>
                              </a:rPr>
                              <m:t>2</m:t>
                            </m:r>
                          </m:sub>
                        </m:sSub>
                        <m:r>
                          <a:rPr lang="en-US" altLang="zh-TW" sz="4000" b="0" i="1" smtClean="0">
                            <a:latin typeface="Cambria Math" panose="02040503050406030204" pitchFamily="18" charset="0"/>
                          </a:rPr>
                          <m:t>−3)</m:t>
                        </m:r>
                      </m:e>
                      <m:sup>
                        <m:r>
                          <a:rPr lang="en-US" altLang="zh-TW" sz="4000" b="0" i="1" smtClean="0">
                            <a:latin typeface="Cambria Math" panose="02040503050406030204" pitchFamily="18" charset="0"/>
                          </a:rPr>
                          <m:t>4</m:t>
                        </m:r>
                      </m:sup>
                    </m:sSup>
                    <m:r>
                      <a:rPr lang="en-US" altLang="zh-TW" sz="4000" b="0" i="1" smtClean="0">
                        <a:latin typeface="Cambria Math" panose="02040503050406030204" pitchFamily="18" charset="0"/>
                      </a:rPr>
                      <m:t>+</m:t>
                    </m:r>
                    <m:sSup>
                      <m:sSupPr>
                        <m:ctrlPr>
                          <a:rPr lang="en-US" altLang="zh-TW" sz="4000" i="1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altLang="zh-TW" sz="4000" b="0" i="1" smtClean="0">
                            <a:latin typeface="Cambria Math" panose="02040503050406030204" pitchFamily="18" charset="0"/>
                          </a:rPr>
                          <m:t>(</m:t>
                        </m:r>
                        <m:sSub>
                          <m:sSubPr>
                            <m:ctrlPr>
                              <a:rPr lang="en-US" altLang="zh-TW" sz="4000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zh-TW" sz="4000" b="0" i="1" smtClean="0"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  <m:sub>
                            <m:r>
                              <a:rPr lang="en-US" altLang="zh-TW" sz="4000" b="0" i="1" smtClean="0">
                                <a:latin typeface="Cambria Math" panose="02040503050406030204" pitchFamily="18" charset="0"/>
                              </a:rPr>
                              <m:t>3</m:t>
                            </m:r>
                          </m:sub>
                        </m:sSub>
                        <m:r>
                          <a:rPr lang="en-US" altLang="zh-TW" sz="4000" b="0" i="1" smtClean="0">
                            <a:latin typeface="Cambria Math" panose="02040503050406030204" pitchFamily="18" charset="0"/>
                          </a:rPr>
                          <m:t>−1)</m:t>
                        </m:r>
                      </m:e>
                      <m:sup>
                        <m:r>
                          <a:rPr lang="en-US" altLang="zh-TW" sz="4000" b="0" i="1" smtClean="0"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a:rPr lang="en-US" altLang="zh-TW" sz="4000" b="0" i="1" smtClean="0">
                        <a:latin typeface="Cambria Math" panose="02040503050406030204" pitchFamily="18" charset="0"/>
                      </a:rPr>
                      <m:t>+3</m:t>
                    </m:r>
                  </m:oMath>
                </a14:m>
                <a:endParaRPr lang="en-US" altLang="zh-TW" sz="4000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</mc:Choice>
        <mc:Fallback>
          <p:sp>
            <p:nvSpPr>
              <p:cNvPr id="10" name="矩形 9">
                <a:extLst>
                  <a:ext uri="{FF2B5EF4-FFF2-40B4-BE49-F238E27FC236}">
                    <a16:creationId xmlns:a16="http://schemas.microsoft.com/office/drawing/2014/main" id="{0F5C27B8-0279-41F2-95D0-65E52814B2F9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54943" y="1363524"/>
                <a:ext cx="11317932" cy="707886"/>
              </a:xfrm>
              <a:prstGeom prst="rect">
                <a:avLst/>
              </a:prstGeom>
              <a:blipFill>
                <a:blip r:embed="rId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3" name="矩形 2">
            <a:extLst>
              <a:ext uri="{FF2B5EF4-FFF2-40B4-BE49-F238E27FC236}">
                <a16:creationId xmlns:a16="http://schemas.microsoft.com/office/drawing/2014/main" id="{E7866A17-49F6-49E1-89D3-E109BF5EDD31}"/>
              </a:ext>
            </a:extLst>
          </p:cNvPr>
          <p:cNvSpPr/>
          <p:nvPr/>
        </p:nvSpPr>
        <p:spPr>
          <a:xfrm>
            <a:off x="2764785" y="3119338"/>
            <a:ext cx="1504950" cy="87630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TW" sz="4000" dirty="0"/>
              <a:t>2</a:t>
            </a:r>
            <a:endParaRPr lang="zh-TW" altLang="en-US" sz="4000" dirty="0"/>
          </a:p>
        </p:txBody>
      </p:sp>
      <p:sp>
        <p:nvSpPr>
          <p:cNvPr id="22" name="矩形 21">
            <a:extLst>
              <a:ext uri="{FF2B5EF4-FFF2-40B4-BE49-F238E27FC236}">
                <a16:creationId xmlns:a16="http://schemas.microsoft.com/office/drawing/2014/main" id="{B51CB741-9C0C-410C-9509-C79ED3DBF85F}"/>
              </a:ext>
            </a:extLst>
          </p:cNvPr>
          <p:cNvSpPr/>
          <p:nvPr/>
        </p:nvSpPr>
        <p:spPr>
          <a:xfrm>
            <a:off x="4728612" y="3128863"/>
            <a:ext cx="1504950" cy="87630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TW" sz="4000" dirty="0"/>
              <a:t>2</a:t>
            </a:r>
            <a:endParaRPr lang="zh-TW" altLang="en-US" sz="4000" dirty="0"/>
          </a:p>
        </p:txBody>
      </p:sp>
      <p:sp>
        <p:nvSpPr>
          <p:cNvPr id="23" name="矩形 22">
            <a:extLst>
              <a:ext uri="{FF2B5EF4-FFF2-40B4-BE49-F238E27FC236}">
                <a16:creationId xmlns:a16="http://schemas.microsoft.com/office/drawing/2014/main" id="{C7C97C81-D78A-43E3-9CBB-17D3C4618984}"/>
              </a:ext>
            </a:extLst>
          </p:cNvPr>
          <p:cNvSpPr/>
          <p:nvPr/>
        </p:nvSpPr>
        <p:spPr>
          <a:xfrm>
            <a:off x="6793719" y="3128863"/>
            <a:ext cx="1504950" cy="87630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TW" sz="4000" dirty="0"/>
              <a:t>1</a:t>
            </a:r>
            <a:endParaRPr lang="zh-TW" altLang="en-US" sz="4000" dirty="0"/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30" name="文字方塊 29">
                <a:extLst>
                  <a:ext uri="{FF2B5EF4-FFF2-40B4-BE49-F238E27FC236}">
                    <a16:creationId xmlns:a16="http://schemas.microsoft.com/office/drawing/2014/main" id="{C88827B5-CCBB-4D6E-9D39-A339CAE1CB94}"/>
                  </a:ext>
                </a:extLst>
              </p:cNvPr>
              <p:cNvSpPr txBox="1"/>
              <p:nvPr/>
            </p:nvSpPr>
            <p:spPr>
              <a:xfrm>
                <a:off x="6828183" y="2216001"/>
                <a:ext cx="6096000" cy="707886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TW" sz="4000" b="0" i="1" smtClean="0">
                          <a:latin typeface="Cambria Math" panose="02040503050406030204" pitchFamily="18" charset="0"/>
                        </a:rPr>
                        <m:t>𝑓</m:t>
                      </m:r>
                      <m:r>
                        <a:rPr lang="en-US" altLang="zh-TW" sz="4000" b="0" i="1" smtClean="0">
                          <a:latin typeface="Cambria Math" panose="02040503050406030204" pitchFamily="18" charset="0"/>
                        </a:rPr>
                        <m:t>(</m:t>
                      </m:r>
                      <m:r>
                        <a:rPr lang="en-US" altLang="zh-TW" sz="4000" b="0" i="1" smtClean="0">
                          <a:latin typeface="Cambria Math" panose="02040503050406030204" pitchFamily="18" charset="0"/>
                        </a:rPr>
                        <m:t>𝑥</m:t>
                      </m:r>
                      <m:r>
                        <a:rPr lang="en-US" altLang="zh-TW" sz="4000" b="0" i="1" smtClean="0">
                          <a:latin typeface="Cambria Math" panose="02040503050406030204" pitchFamily="18" charset="0"/>
                        </a:rPr>
                        <m:t>)</m:t>
                      </m:r>
                    </m:oMath>
                  </m:oMathPara>
                </a14:m>
                <a:endParaRPr lang="zh-TW" altLang="en-US" sz="4000" dirty="0"/>
              </a:p>
            </p:txBody>
          </p:sp>
        </mc:Choice>
        <mc:Fallback>
          <p:sp>
            <p:nvSpPr>
              <p:cNvPr id="30" name="文字方塊 29">
                <a:extLst>
                  <a:ext uri="{FF2B5EF4-FFF2-40B4-BE49-F238E27FC236}">
                    <a16:creationId xmlns:a16="http://schemas.microsoft.com/office/drawing/2014/main" id="{C88827B5-CCBB-4D6E-9D39-A339CAE1CB94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828183" y="2216001"/>
                <a:ext cx="6096000" cy="707886"/>
              </a:xfrm>
              <a:prstGeom prst="rect">
                <a:avLst/>
              </a:prstGeom>
              <a:blipFill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33" name="文字方塊 32">
                <a:extLst>
                  <a:ext uri="{FF2B5EF4-FFF2-40B4-BE49-F238E27FC236}">
                    <a16:creationId xmlns:a16="http://schemas.microsoft.com/office/drawing/2014/main" id="{2A837530-8331-4A27-A1B1-AA564A2B1F0A}"/>
                  </a:ext>
                </a:extLst>
              </p:cNvPr>
              <p:cNvSpPr txBox="1"/>
              <p:nvPr/>
            </p:nvSpPr>
            <p:spPr>
              <a:xfrm>
                <a:off x="6828183" y="3213070"/>
                <a:ext cx="6096000" cy="707886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TW" sz="4000" b="0" i="1" smtClean="0">
                          <a:latin typeface="Cambria Math" panose="02040503050406030204" pitchFamily="18" charset="0"/>
                        </a:rPr>
                        <m:t>4</m:t>
                      </m:r>
                    </m:oMath>
                  </m:oMathPara>
                </a14:m>
                <a:endParaRPr lang="zh-TW" altLang="en-US" sz="4000" dirty="0"/>
              </a:p>
            </p:txBody>
          </p:sp>
        </mc:Choice>
        <mc:Fallback>
          <p:sp>
            <p:nvSpPr>
              <p:cNvPr id="33" name="文字方塊 32">
                <a:extLst>
                  <a:ext uri="{FF2B5EF4-FFF2-40B4-BE49-F238E27FC236}">
                    <a16:creationId xmlns:a16="http://schemas.microsoft.com/office/drawing/2014/main" id="{2A837530-8331-4A27-A1B1-AA564A2B1F0A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828183" y="3213070"/>
                <a:ext cx="6096000" cy="707886"/>
              </a:xfrm>
              <a:prstGeom prst="rect">
                <a:avLst/>
              </a:prstGeom>
              <a:blipFill>
                <a:blip r:embed="rId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" name="文字方塊 1">
            <a:extLst>
              <a:ext uri="{FF2B5EF4-FFF2-40B4-BE49-F238E27FC236}">
                <a16:creationId xmlns:a16="http://schemas.microsoft.com/office/drawing/2014/main" id="{E0820C16-6654-4C5B-A4DD-E9CB3095341B}"/>
              </a:ext>
            </a:extLst>
          </p:cNvPr>
          <p:cNvSpPr txBox="1"/>
          <p:nvPr/>
        </p:nvSpPr>
        <p:spPr>
          <a:xfrm>
            <a:off x="628650" y="315596"/>
            <a:ext cx="2151551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sz="4000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Selection</a:t>
            </a:r>
            <a:endParaRPr lang="zh-TW" altLang="en-US" sz="4000" b="1" dirty="0">
              <a:solidFill>
                <a:srgbClr val="FF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6" name="圖片 5">
            <a:extLst>
              <a:ext uri="{FF2B5EF4-FFF2-40B4-BE49-F238E27FC236}">
                <a16:creationId xmlns:a16="http://schemas.microsoft.com/office/drawing/2014/main" id="{0C9E0D36-B7AF-4FEE-86AE-C089F0DFE14E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96000" y="2923887"/>
            <a:ext cx="1741812" cy="1195487"/>
          </a:xfrm>
          <a:prstGeom prst="rect">
            <a:avLst/>
          </a:prstGeom>
        </p:spPr>
      </p:pic>
      <p:pic>
        <p:nvPicPr>
          <p:cNvPr id="11" name="圖片 10">
            <a:extLst>
              <a:ext uri="{FF2B5EF4-FFF2-40B4-BE49-F238E27FC236}">
                <a16:creationId xmlns:a16="http://schemas.microsoft.com/office/drawing/2014/main" id="{AAC9B3A6-FB6B-49EB-9361-40E85845CB43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28650" y="4676861"/>
            <a:ext cx="1474890" cy="174760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85144836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橢圓 20">
            <a:extLst>
              <a:ext uri="{FF2B5EF4-FFF2-40B4-BE49-F238E27FC236}">
                <a16:creationId xmlns:a16="http://schemas.microsoft.com/office/drawing/2014/main" id="{83BB6DB8-82DC-4E54-8103-15D3336F734A}"/>
              </a:ext>
            </a:extLst>
          </p:cNvPr>
          <p:cNvSpPr/>
          <p:nvPr/>
        </p:nvSpPr>
        <p:spPr>
          <a:xfrm>
            <a:off x="9446316" y="4151557"/>
            <a:ext cx="914400" cy="876300"/>
          </a:xfrm>
          <a:prstGeom prst="ellipse">
            <a:avLst/>
          </a:prstGeom>
          <a:ln w="44450">
            <a:solidFill>
              <a:srgbClr val="FF0000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zh-TW" altLang="en-US" dirty="0"/>
          </a:p>
        </p:txBody>
      </p:sp>
      <p:sp>
        <p:nvSpPr>
          <p:cNvPr id="4" name="橢圓 3">
            <a:extLst>
              <a:ext uri="{FF2B5EF4-FFF2-40B4-BE49-F238E27FC236}">
                <a16:creationId xmlns:a16="http://schemas.microsoft.com/office/drawing/2014/main" id="{0400CF70-4858-4E2F-B9C5-92D2002D905D}"/>
              </a:ext>
            </a:extLst>
          </p:cNvPr>
          <p:cNvSpPr/>
          <p:nvPr/>
        </p:nvSpPr>
        <p:spPr>
          <a:xfrm>
            <a:off x="9446316" y="3091422"/>
            <a:ext cx="914400" cy="876300"/>
          </a:xfrm>
          <a:prstGeom prst="ellipse">
            <a:avLst/>
          </a:prstGeom>
          <a:ln w="44450">
            <a:solidFill>
              <a:srgbClr val="FF0000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zh-TW" altLang="en-US" dirty="0"/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10" name="矩形 9">
                <a:extLst>
                  <a:ext uri="{FF2B5EF4-FFF2-40B4-BE49-F238E27FC236}">
                    <a16:creationId xmlns:a16="http://schemas.microsoft.com/office/drawing/2014/main" id="{0F5C27B8-0279-41F2-95D0-65E52814B2F9}"/>
                  </a:ext>
                </a:extLst>
              </p:cNvPr>
              <p:cNvSpPr/>
              <p:nvPr/>
            </p:nvSpPr>
            <p:spPr>
              <a:xfrm>
                <a:off x="254943" y="1363524"/>
                <a:ext cx="11317932" cy="707886"/>
              </a:xfrm>
              <a:prstGeom prst="rect">
                <a:avLst/>
              </a:prstGeom>
            </p:spPr>
            <p:txBody>
              <a:bodyPr wrap="square">
                <a:spAutoFit/>
              </a:bodyPr>
              <a:lstStyle/>
              <a:p>
                <a:pPr algn="ctr"/>
                <a:r>
                  <a:rPr lang="en-US" altLang="zh-TW" sz="40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TW" sz="400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TW" sz="4000" b="0" i="1" smtClean="0">
                            <a:latin typeface="Cambria Math" panose="02040503050406030204" pitchFamily="18" charset="0"/>
                          </a:rPr>
                          <m:t>𝑀𝑖𝑛</m:t>
                        </m:r>
                        <m:r>
                          <a:rPr lang="en-US" altLang="zh-TW" sz="4000" b="0" i="1" smtClean="0">
                            <a:latin typeface="Cambria Math" panose="02040503050406030204" pitchFamily="18" charset="0"/>
                          </a:rPr>
                          <m:t> </m:t>
                        </m:r>
                        <m:r>
                          <a:rPr lang="en-US" altLang="zh-TW" sz="4000" b="0" i="1" smtClean="0">
                            <a:latin typeface="Cambria Math" panose="02040503050406030204" pitchFamily="18" charset="0"/>
                          </a:rPr>
                          <m:t>𝑓</m:t>
                        </m:r>
                        <m:r>
                          <a:rPr lang="en-US" altLang="zh-TW" sz="4000" b="0" i="1" smtClean="0">
                            <a:latin typeface="Cambria Math" panose="02040503050406030204" pitchFamily="18" charset="0"/>
                          </a:rPr>
                          <m:t>(</m:t>
                        </m:r>
                        <m:r>
                          <a:rPr lang="en-US" altLang="zh-TW" sz="4000" b="0" i="1" smtClean="0">
                            <a:latin typeface="Cambria Math" panose="02040503050406030204" pitchFamily="18" charset="0"/>
                          </a:rPr>
                          <m:t>𝑥</m:t>
                        </m:r>
                        <m:r>
                          <a:rPr lang="en-US" altLang="zh-TW" sz="4000" b="0" i="1" smtClean="0">
                            <a:latin typeface="Cambria Math" panose="02040503050406030204" pitchFamily="18" charset="0"/>
                          </a:rPr>
                          <m:t>)</m:t>
                        </m:r>
                      </m:e>
                      <m:sub>
                        <m:r>
                          <a:rPr lang="en-US" altLang="zh-TW" sz="4000" i="1" smtClean="0">
                            <a:latin typeface="Cambria Math" panose="02040503050406030204" pitchFamily="18" charset="0"/>
                          </a:rPr>
                          <m:t> </m:t>
                        </m:r>
                      </m:sub>
                    </m:sSub>
                    <m:r>
                      <a:rPr lang="en-US" altLang="zh-TW" sz="4000" i="1" smtClean="0">
                        <a:latin typeface="Cambria Math" panose="02040503050406030204" pitchFamily="18" charset="0"/>
                      </a:rPr>
                      <m:t>=</m:t>
                    </m:r>
                    <m:sSup>
                      <m:sSupPr>
                        <m:ctrlPr>
                          <a:rPr lang="en-US" altLang="zh-TW" sz="4000" i="1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altLang="zh-TW" sz="4000" b="0" i="1" smtClean="0">
                            <a:latin typeface="Cambria Math" panose="02040503050406030204" pitchFamily="18" charset="0"/>
                          </a:rPr>
                          <m:t>(</m:t>
                        </m:r>
                        <m:sSub>
                          <m:sSubPr>
                            <m:ctrlPr>
                              <a:rPr lang="en-US" altLang="zh-TW" sz="4000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zh-TW" sz="4000" b="0" i="1" smtClean="0"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  <m:sub>
                            <m:r>
                              <a:rPr lang="en-US" altLang="zh-TW" sz="4000" b="0" i="1" smtClean="0">
                                <a:latin typeface="Cambria Math" panose="02040503050406030204" pitchFamily="18" charset="0"/>
                              </a:rPr>
                              <m:t>1</m:t>
                            </m:r>
                          </m:sub>
                        </m:sSub>
                        <m:r>
                          <a:rPr lang="en-US" altLang="zh-TW" sz="4000" b="0" i="1" smtClean="0">
                            <a:latin typeface="Cambria Math" panose="02040503050406030204" pitchFamily="18" charset="0"/>
                          </a:rPr>
                          <m:t>−2)</m:t>
                        </m:r>
                      </m:e>
                      <m:sup>
                        <m:r>
                          <a:rPr lang="en-US" altLang="zh-TW" sz="4000" b="0" i="1" smtClean="0"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a:rPr lang="en-US" altLang="zh-TW" sz="4000" b="0" i="1" smtClean="0">
                        <a:latin typeface="Cambria Math" panose="02040503050406030204" pitchFamily="18" charset="0"/>
                      </a:rPr>
                      <m:t>+</m:t>
                    </m:r>
                    <m:sSup>
                      <m:sSupPr>
                        <m:ctrlPr>
                          <a:rPr lang="en-US" altLang="zh-TW" sz="4000" i="1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altLang="zh-TW" sz="4000" b="0" i="1" smtClean="0">
                            <a:latin typeface="Cambria Math" panose="02040503050406030204" pitchFamily="18" charset="0"/>
                          </a:rPr>
                          <m:t>(</m:t>
                        </m:r>
                        <m:sSub>
                          <m:sSubPr>
                            <m:ctrlPr>
                              <a:rPr lang="en-US" altLang="zh-TW" sz="4000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zh-TW" sz="4000" b="0" i="1" smtClean="0"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  <m:sub>
                            <m:r>
                              <a:rPr lang="en-US" altLang="zh-TW" sz="4000" b="0" i="1" smtClean="0">
                                <a:latin typeface="Cambria Math" panose="02040503050406030204" pitchFamily="18" charset="0"/>
                              </a:rPr>
                              <m:t>2</m:t>
                            </m:r>
                          </m:sub>
                        </m:sSub>
                        <m:r>
                          <a:rPr lang="en-US" altLang="zh-TW" sz="4000" b="0" i="1" smtClean="0">
                            <a:latin typeface="Cambria Math" panose="02040503050406030204" pitchFamily="18" charset="0"/>
                          </a:rPr>
                          <m:t>−3)</m:t>
                        </m:r>
                      </m:e>
                      <m:sup>
                        <m:r>
                          <a:rPr lang="en-US" altLang="zh-TW" sz="4000" b="0" i="1" smtClean="0">
                            <a:latin typeface="Cambria Math" panose="02040503050406030204" pitchFamily="18" charset="0"/>
                          </a:rPr>
                          <m:t>4</m:t>
                        </m:r>
                      </m:sup>
                    </m:sSup>
                    <m:r>
                      <a:rPr lang="en-US" altLang="zh-TW" sz="4000" b="0" i="1" smtClean="0">
                        <a:latin typeface="Cambria Math" panose="02040503050406030204" pitchFamily="18" charset="0"/>
                      </a:rPr>
                      <m:t>+</m:t>
                    </m:r>
                    <m:sSup>
                      <m:sSupPr>
                        <m:ctrlPr>
                          <a:rPr lang="en-US" altLang="zh-TW" sz="4000" i="1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altLang="zh-TW" sz="4000" b="0" i="1" smtClean="0">
                            <a:latin typeface="Cambria Math" panose="02040503050406030204" pitchFamily="18" charset="0"/>
                          </a:rPr>
                          <m:t>(</m:t>
                        </m:r>
                        <m:sSub>
                          <m:sSubPr>
                            <m:ctrlPr>
                              <a:rPr lang="en-US" altLang="zh-TW" sz="4000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zh-TW" sz="4000" b="0" i="1" smtClean="0"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  <m:sub>
                            <m:r>
                              <a:rPr lang="en-US" altLang="zh-TW" sz="4000" b="0" i="1" smtClean="0">
                                <a:latin typeface="Cambria Math" panose="02040503050406030204" pitchFamily="18" charset="0"/>
                              </a:rPr>
                              <m:t>3</m:t>
                            </m:r>
                          </m:sub>
                        </m:sSub>
                        <m:r>
                          <a:rPr lang="en-US" altLang="zh-TW" sz="4000" b="0" i="1" smtClean="0">
                            <a:latin typeface="Cambria Math" panose="02040503050406030204" pitchFamily="18" charset="0"/>
                          </a:rPr>
                          <m:t>−1)</m:t>
                        </m:r>
                      </m:e>
                      <m:sup>
                        <m:r>
                          <a:rPr lang="en-US" altLang="zh-TW" sz="4000" b="0" i="1" smtClean="0"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a:rPr lang="en-US" altLang="zh-TW" sz="4000" b="0" i="1" smtClean="0">
                        <a:latin typeface="Cambria Math" panose="02040503050406030204" pitchFamily="18" charset="0"/>
                      </a:rPr>
                      <m:t>+3</m:t>
                    </m:r>
                  </m:oMath>
                </a14:m>
                <a:endParaRPr lang="en-US" altLang="zh-TW" sz="4000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</mc:Choice>
        <mc:Fallback>
          <p:sp>
            <p:nvSpPr>
              <p:cNvPr id="10" name="矩形 9">
                <a:extLst>
                  <a:ext uri="{FF2B5EF4-FFF2-40B4-BE49-F238E27FC236}">
                    <a16:creationId xmlns:a16="http://schemas.microsoft.com/office/drawing/2014/main" id="{0F5C27B8-0279-41F2-95D0-65E52814B2F9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54943" y="1363524"/>
                <a:ext cx="11317932" cy="707886"/>
              </a:xfrm>
              <a:prstGeom prst="rect">
                <a:avLst/>
              </a:prstGeom>
              <a:blipFill>
                <a:blip r:embed="rId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4" name="矩形 23">
            <a:extLst>
              <a:ext uri="{FF2B5EF4-FFF2-40B4-BE49-F238E27FC236}">
                <a16:creationId xmlns:a16="http://schemas.microsoft.com/office/drawing/2014/main" id="{12AFA6D3-6B95-4A1D-84EA-FF5FB2C1ED0D}"/>
              </a:ext>
            </a:extLst>
          </p:cNvPr>
          <p:cNvSpPr/>
          <p:nvPr/>
        </p:nvSpPr>
        <p:spPr>
          <a:xfrm>
            <a:off x="2243440" y="3160208"/>
            <a:ext cx="1504950" cy="87630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TW" sz="4000" dirty="0"/>
              <a:t>1</a:t>
            </a:r>
            <a:endParaRPr lang="zh-TW" altLang="en-US" sz="4000" dirty="0"/>
          </a:p>
        </p:txBody>
      </p:sp>
      <p:sp>
        <p:nvSpPr>
          <p:cNvPr id="25" name="矩形 24">
            <a:extLst>
              <a:ext uri="{FF2B5EF4-FFF2-40B4-BE49-F238E27FC236}">
                <a16:creationId xmlns:a16="http://schemas.microsoft.com/office/drawing/2014/main" id="{93F3044C-00B3-4FA1-948C-7692C1DC6FAE}"/>
              </a:ext>
            </a:extLst>
          </p:cNvPr>
          <p:cNvSpPr/>
          <p:nvPr/>
        </p:nvSpPr>
        <p:spPr>
          <a:xfrm>
            <a:off x="4336942" y="3160208"/>
            <a:ext cx="1504950" cy="87630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TW" sz="4000" dirty="0"/>
              <a:t>3</a:t>
            </a:r>
            <a:endParaRPr lang="zh-TW" altLang="en-US" sz="4000" dirty="0"/>
          </a:p>
        </p:txBody>
      </p:sp>
      <p:sp>
        <p:nvSpPr>
          <p:cNvPr id="26" name="矩形 25">
            <a:extLst>
              <a:ext uri="{FF2B5EF4-FFF2-40B4-BE49-F238E27FC236}">
                <a16:creationId xmlns:a16="http://schemas.microsoft.com/office/drawing/2014/main" id="{AF48F755-C712-4B76-AFBC-8B20328E63A8}"/>
              </a:ext>
            </a:extLst>
          </p:cNvPr>
          <p:cNvSpPr/>
          <p:nvPr/>
        </p:nvSpPr>
        <p:spPr>
          <a:xfrm>
            <a:off x="6484477" y="3160208"/>
            <a:ext cx="1504950" cy="87630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TW" sz="4000" dirty="0"/>
              <a:t>4</a:t>
            </a:r>
            <a:endParaRPr lang="zh-TW" altLang="en-US" sz="4000" dirty="0"/>
          </a:p>
        </p:txBody>
      </p:sp>
      <p:sp>
        <p:nvSpPr>
          <p:cNvPr id="27" name="矩形 26">
            <a:extLst>
              <a:ext uri="{FF2B5EF4-FFF2-40B4-BE49-F238E27FC236}">
                <a16:creationId xmlns:a16="http://schemas.microsoft.com/office/drawing/2014/main" id="{8CA8CA77-B425-43AF-B489-50401638E483}"/>
              </a:ext>
            </a:extLst>
          </p:cNvPr>
          <p:cNvSpPr/>
          <p:nvPr/>
        </p:nvSpPr>
        <p:spPr>
          <a:xfrm>
            <a:off x="2243440" y="4241484"/>
            <a:ext cx="1504950" cy="87630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TW" sz="4000" dirty="0"/>
              <a:t>5</a:t>
            </a:r>
            <a:endParaRPr lang="zh-TW" altLang="en-US" sz="4000" dirty="0"/>
          </a:p>
        </p:txBody>
      </p:sp>
      <p:sp>
        <p:nvSpPr>
          <p:cNvPr id="28" name="矩形 27">
            <a:extLst>
              <a:ext uri="{FF2B5EF4-FFF2-40B4-BE49-F238E27FC236}">
                <a16:creationId xmlns:a16="http://schemas.microsoft.com/office/drawing/2014/main" id="{7622245F-D128-4206-AE57-E36F03B6B247}"/>
              </a:ext>
            </a:extLst>
          </p:cNvPr>
          <p:cNvSpPr/>
          <p:nvPr/>
        </p:nvSpPr>
        <p:spPr>
          <a:xfrm>
            <a:off x="4336942" y="4241484"/>
            <a:ext cx="1504950" cy="87630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TW" sz="4000" dirty="0"/>
              <a:t>3</a:t>
            </a:r>
            <a:endParaRPr lang="zh-TW" altLang="en-US" sz="4000" dirty="0"/>
          </a:p>
        </p:txBody>
      </p:sp>
      <p:sp>
        <p:nvSpPr>
          <p:cNvPr id="29" name="矩形 28">
            <a:extLst>
              <a:ext uri="{FF2B5EF4-FFF2-40B4-BE49-F238E27FC236}">
                <a16:creationId xmlns:a16="http://schemas.microsoft.com/office/drawing/2014/main" id="{F4BB7CB8-5FD8-4292-844F-7BD1AA250AFB}"/>
              </a:ext>
            </a:extLst>
          </p:cNvPr>
          <p:cNvSpPr/>
          <p:nvPr/>
        </p:nvSpPr>
        <p:spPr>
          <a:xfrm>
            <a:off x="6484477" y="4241484"/>
            <a:ext cx="1504950" cy="87630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TW" sz="4000" dirty="0"/>
              <a:t>3</a:t>
            </a:r>
            <a:endParaRPr lang="zh-TW" altLang="en-US" sz="4000" dirty="0"/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30" name="文字方塊 29">
                <a:extLst>
                  <a:ext uri="{FF2B5EF4-FFF2-40B4-BE49-F238E27FC236}">
                    <a16:creationId xmlns:a16="http://schemas.microsoft.com/office/drawing/2014/main" id="{C88827B5-CCBB-4D6E-9D39-A339CAE1CB94}"/>
                  </a:ext>
                </a:extLst>
              </p:cNvPr>
              <p:cNvSpPr txBox="1"/>
              <p:nvPr/>
            </p:nvSpPr>
            <p:spPr>
              <a:xfrm>
                <a:off x="6828183" y="2216001"/>
                <a:ext cx="6096000" cy="707886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TW" sz="4000" b="0" i="1" smtClean="0">
                          <a:latin typeface="Cambria Math" panose="02040503050406030204" pitchFamily="18" charset="0"/>
                        </a:rPr>
                        <m:t>𝑓</m:t>
                      </m:r>
                      <m:r>
                        <a:rPr lang="en-US" altLang="zh-TW" sz="4000" b="0" i="1" smtClean="0">
                          <a:latin typeface="Cambria Math" panose="02040503050406030204" pitchFamily="18" charset="0"/>
                        </a:rPr>
                        <m:t>(</m:t>
                      </m:r>
                      <m:r>
                        <a:rPr lang="en-US" altLang="zh-TW" sz="4000" b="0" i="1" smtClean="0">
                          <a:latin typeface="Cambria Math" panose="02040503050406030204" pitchFamily="18" charset="0"/>
                        </a:rPr>
                        <m:t>𝑥</m:t>
                      </m:r>
                      <m:r>
                        <a:rPr lang="en-US" altLang="zh-TW" sz="4000" b="0" i="1" smtClean="0">
                          <a:latin typeface="Cambria Math" panose="02040503050406030204" pitchFamily="18" charset="0"/>
                        </a:rPr>
                        <m:t>)</m:t>
                      </m:r>
                    </m:oMath>
                  </m:oMathPara>
                </a14:m>
                <a:endParaRPr lang="zh-TW" altLang="en-US" sz="4000" dirty="0"/>
              </a:p>
            </p:txBody>
          </p:sp>
        </mc:Choice>
        <mc:Fallback>
          <p:sp>
            <p:nvSpPr>
              <p:cNvPr id="30" name="文字方塊 29">
                <a:extLst>
                  <a:ext uri="{FF2B5EF4-FFF2-40B4-BE49-F238E27FC236}">
                    <a16:creationId xmlns:a16="http://schemas.microsoft.com/office/drawing/2014/main" id="{C88827B5-CCBB-4D6E-9D39-A339CAE1CB94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828183" y="2216001"/>
                <a:ext cx="6096000" cy="707886"/>
              </a:xfrm>
              <a:prstGeom prst="rect">
                <a:avLst/>
              </a:prstGeom>
              <a:blipFill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34" name="文字方塊 33">
                <a:extLst>
                  <a:ext uri="{FF2B5EF4-FFF2-40B4-BE49-F238E27FC236}">
                    <a16:creationId xmlns:a16="http://schemas.microsoft.com/office/drawing/2014/main" id="{3CB147C5-6FE8-4CE7-B477-6BD94B6CECEB}"/>
                  </a:ext>
                </a:extLst>
              </p:cNvPr>
              <p:cNvSpPr txBox="1"/>
              <p:nvPr/>
            </p:nvSpPr>
            <p:spPr>
              <a:xfrm>
                <a:off x="6828183" y="3228742"/>
                <a:ext cx="6096000" cy="707886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TW" sz="4000" b="0" i="1" smtClean="0">
                          <a:latin typeface="Cambria Math" panose="02040503050406030204" pitchFamily="18" charset="0"/>
                        </a:rPr>
                        <m:t>13</m:t>
                      </m:r>
                    </m:oMath>
                  </m:oMathPara>
                </a14:m>
                <a:endParaRPr lang="zh-TW" altLang="en-US" sz="4000" dirty="0"/>
              </a:p>
            </p:txBody>
          </p:sp>
        </mc:Choice>
        <mc:Fallback>
          <p:sp>
            <p:nvSpPr>
              <p:cNvPr id="34" name="文字方塊 33">
                <a:extLst>
                  <a:ext uri="{FF2B5EF4-FFF2-40B4-BE49-F238E27FC236}">
                    <a16:creationId xmlns:a16="http://schemas.microsoft.com/office/drawing/2014/main" id="{3CB147C5-6FE8-4CE7-B477-6BD94B6CECEB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828183" y="3228742"/>
                <a:ext cx="6096000" cy="707886"/>
              </a:xfrm>
              <a:prstGeom prst="rect">
                <a:avLst/>
              </a:prstGeom>
              <a:blipFill>
                <a:blip r:embed="rId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36" name="文字方塊 35">
                <a:extLst>
                  <a:ext uri="{FF2B5EF4-FFF2-40B4-BE49-F238E27FC236}">
                    <a16:creationId xmlns:a16="http://schemas.microsoft.com/office/drawing/2014/main" id="{8F6AEF69-F856-40DF-B691-44B28CA70FE4}"/>
                  </a:ext>
                </a:extLst>
              </p:cNvPr>
              <p:cNvSpPr txBox="1"/>
              <p:nvPr/>
            </p:nvSpPr>
            <p:spPr>
              <a:xfrm>
                <a:off x="6828183" y="4280653"/>
                <a:ext cx="6096000" cy="707886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TW" sz="4000" b="0" i="1" smtClean="0">
                          <a:latin typeface="Cambria Math" panose="02040503050406030204" pitchFamily="18" charset="0"/>
                        </a:rPr>
                        <m:t>16</m:t>
                      </m:r>
                    </m:oMath>
                  </m:oMathPara>
                </a14:m>
                <a:endParaRPr lang="zh-TW" altLang="en-US" sz="4000" dirty="0"/>
              </a:p>
            </p:txBody>
          </p:sp>
        </mc:Choice>
        <mc:Fallback>
          <p:sp>
            <p:nvSpPr>
              <p:cNvPr id="36" name="文字方塊 35">
                <a:extLst>
                  <a:ext uri="{FF2B5EF4-FFF2-40B4-BE49-F238E27FC236}">
                    <a16:creationId xmlns:a16="http://schemas.microsoft.com/office/drawing/2014/main" id="{8F6AEF69-F856-40DF-B691-44B28CA70FE4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828183" y="4280653"/>
                <a:ext cx="6096000" cy="707886"/>
              </a:xfrm>
              <a:prstGeom prst="rect">
                <a:avLst/>
              </a:prstGeom>
              <a:blipFill>
                <a:blip r:embed="rId5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" name="文字方塊 1">
            <a:extLst>
              <a:ext uri="{FF2B5EF4-FFF2-40B4-BE49-F238E27FC236}">
                <a16:creationId xmlns:a16="http://schemas.microsoft.com/office/drawing/2014/main" id="{E0820C16-6654-4C5B-A4DD-E9CB3095341B}"/>
              </a:ext>
            </a:extLst>
          </p:cNvPr>
          <p:cNvSpPr txBox="1"/>
          <p:nvPr/>
        </p:nvSpPr>
        <p:spPr>
          <a:xfrm>
            <a:off x="628650" y="315596"/>
            <a:ext cx="2151551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sz="4000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Selection</a:t>
            </a:r>
            <a:endParaRPr lang="zh-TW" altLang="en-US" sz="4000" b="1" dirty="0">
              <a:solidFill>
                <a:srgbClr val="FF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534301851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橢圓 15">
            <a:extLst>
              <a:ext uri="{FF2B5EF4-FFF2-40B4-BE49-F238E27FC236}">
                <a16:creationId xmlns:a16="http://schemas.microsoft.com/office/drawing/2014/main" id="{08112759-514A-4198-8B97-B3DB34CE8C2A}"/>
              </a:ext>
            </a:extLst>
          </p:cNvPr>
          <p:cNvSpPr/>
          <p:nvPr/>
        </p:nvSpPr>
        <p:spPr>
          <a:xfrm>
            <a:off x="9418983" y="4972119"/>
            <a:ext cx="914400" cy="876300"/>
          </a:xfrm>
          <a:prstGeom prst="ellipse">
            <a:avLst/>
          </a:prstGeom>
          <a:ln w="44450">
            <a:solidFill>
              <a:srgbClr val="FF0000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zh-TW" altLang="en-US" dirty="0"/>
          </a:p>
        </p:txBody>
      </p:sp>
      <p:sp>
        <p:nvSpPr>
          <p:cNvPr id="4" name="橢圓 3">
            <a:extLst>
              <a:ext uri="{FF2B5EF4-FFF2-40B4-BE49-F238E27FC236}">
                <a16:creationId xmlns:a16="http://schemas.microsoft.com/office/drawing/2014/main" id="{0400CF70-4858-4E2F-B9C5-92D2002D905D}"/>
              </a:ext>
            </a:extLst>
          </p:cNvPr>
          <p:cNvSpPr/>
          <p:nvPr/>
        </p:nvSpPr>
        <p:spPr>
          <a:xfrm>
            <a:off x="9418983" y="3119338"/>
            <a:ext cx="914400" cy="876300"/>
          </a:xfrm>
          <a:prstGeom prst="ellipse">
            <a:avLst/>
          </a:prstGeom>
          <a:ln w="44450">
            <a:solidFill>
              <a:srgbClr val="FF0000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zh-TW" altLang="en-US" dirty="0"/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10" name="矩形 9">
                <a:extLst>
                  <a:ext uri="{FF2B5EF4-FFF2-40B4-BE49-F238E27FC236}">
                    <a16:creationId xmlns:a16="http://schemas.microsoft.com/office/drawing/2014/main" id="{0F5C27B8-0279-41F2-95D0-65E52814B2F9}"/>
                  </a:ext>
                </a:extLst>
              </p:cNvPr>
              <p:cNvSpPr/>
              <p:nvPr/>
            </p:nvSpPr>
            <p:spPr>
              <a:xfrm>
                <a:off x="254943" y="1363524"/>
                <a:ext cx="11317932" cy="707886"/>
              </a:xfrm>
              <a:prstGeom prst="rect">
                <a:avLst/>
              </a:prstGeom>
            </p:spPr>
            <p:txBody>
              <a:bodyPr wrap="square">
                <a:spAutoFit/>
              </a:bodyPr>
              <a:lstStyle/>
              <a:p>
                <a:pPr algn="ctr"/>
                <a:r>
                  <a:rPr lang="en-US" altLang="zh-TW" sz="40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TW" sz="400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TW" sz="4000" b="0" i="1" smtClean="0">
                            <a:latin typeface="Cambria Math" panose="02040503050406030204" pitchFamily="18" charset="0"/>
                          </a:rPr>
                          <m:t>𝑀𝑖𝑛</m:t>
                        </m:r>
                        <m:r>
                          <a:rPr lang="en-US" altLang="zh-TW" sz="4000" b="0" i="1" smtClean="0">
                            <a:latin typeface="Cambria Math" panose="02040503050406030204" pitchFamily="18" charset="0"/>
                          </a:rPr>
                          <m:t> </m:t>
                        </m:r>
                        <m:r>
                          <a:rPr lang="en-US" altLang="zh-TW" sz="4000" b="0" i="1" smtClean="0">
                            <a:latin typeface="Cambria Math" panose="02040503050406030204" pitchFamily="18" charset="0"/>
                          </a:rPr>
                          <m:t>𝑓</m:t>
                        </m:r>
                        <m:r>
                          <a:rPr lang="en-US" altLang="zh-TW" sz="4000" b="0" i="1" smtClean="0">
                            <a:latin typeface="Cambria Math" panose="02040503050406030204" pitchFamily="18" charset="0"/>
                          </a:rPr>
                          <m:t>(</m:t>
                        </m:r>
                        <m:r>
                          <a:rPr lang="en-US" altLang="zh-TW" sz="4000" b="0" i="1" smtClean="0">
                            <a:latin typeface="Cambria Math" panose="02040503050406030204" pitchFamily="18" charset="0"/>
                          </a:rPr>
                          <m:t>𝑥</m:t>
                        </m:r>
                        <m:r>
                          <a:rPr lang="en-US" altLang="zh-TW" sz="4000" b="0" i="1" smtClean="0">
                            <a:latin typeface="Cambria Math" panose="02040503050406030204" pitchFamily="18" charset="0"/>
                          </a:rPr>
                          <m:t>)</m:t>
                        </m:r>
                      </m:e>
                      <m:sub>
                        <m:r>
                          <a:rPr lang="en-US" altLang="zh-TW" sz="4000" i="1" smtClean="0">
                            <a:latin typeface="Cambria Math" panose="02040503050406030204" pitchFamily="18" charset="0"/>
                          </a:rPr>
                          <m:t> </m:t>
                        </m:r>
                      </m:sub>
                    </m:sSub>
                    <m:r>
                      <a:rPr lang="en-US" altLang="zh-TW" sz="4000" i="1" smtClean="0">
                        <a:latin typeface="Cambria Math" panose="02040503050406030204" pitchFamily="18" charset="0"/>
                      </a:rPr>
                      <m:t>=</m:t>
                    </m:r>
                    <m:sSup>
                      <m:sSupPr>
                        <m:ctrlPr>
                          <a:rPr lang="en-US" altLang="zh-TW" sz="4000" i="1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altLang="zh-TW" sz="4000" b="0" i="1" smtClean="0">
                            <a:latin typeface="Cambria Math" panose="02040503050406030204" pitchFamily="18" charset="0"/>
                          </a:rPr>
                          <m:t>(</m:t>
                        </m:r>
                        <m:sSub>
                          <m:sSubPr>
                            <m:ctrlPr>
                              <a:rPr lang="en-US" altLang="zh-TW" sz="4000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zh-TW" sz="4000" b="0" i="1" smtClean="0"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  <m:sub>
                            <m:r>
                              <a:rPr lang="en-US" altLang="zh-TW" sz="4000" b="0" i="1" smtClean="0">
                                <a:latin typeface="Cambria Math" panose="02040503050406030204" pitchFamily="18" charset="0"/>
                              </a:rPr>
                              <m:t>1</m:t>
                            </m:r>
                          </m:sub>
                        </m:sSub>
                        <m:r>
                          <a:rPr lang="en-US" altLang="zh-TW" sz="4000" b="0" i="1" smtClean="0">
                            <a:latin typeface="Cambria Math" panose="02040503050406030204" pitchFamily="18" charset="0"/>
                          </a:rPr>
                          <m:t>−2)</m:t>
                        </m:r>
                      </m:e>
                      <m:sup>
                        <m:r>
                          <a:rPr lang="en-US" altLang="zh-TW" sz="4000" b="0" i="1" smtClean="0"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a:rPr lang="en-US" altLang="zh-TW" sz="4000" b="0" i="1" smtClean="0">
                        <a:latin typeface="Cambria Math" panose="02040503050406030204" pitchFamily="18" charset="0"/>
                      </a:rPr>
                      <m:t>+</m:t>
                    </m:r>
                    <m:sSup>
                      <m:sSupPr>
                        <m:ctrlPr>
                          <a:rPr lang="en-US" altLang="zh-TW" sz="4000" i="1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altLang="zh-TW" sz="4000" b="0" i="1" smtClean="0">
                            <a:latin typeface="Cambria Math" panose="02040503050406030204" pitchFamily="18" charset="0"/>
                          </a:rPr>
                          <m:t>(</m:t>
                        </m:r>
                        <m:sSub>
                          <m:sSubPr>
                            <m:ctrlPr>
                              <a:rPr lang="en-US" altLang="zh-TW" sz="4000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zh-TW" sz="4000" b="0" i="1" smtClean="0"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  <m:sub>
                            <m:r>
                              <a:rPr lang="en-US" altLang="zh-TW" sz="4000" b="0" i="1" smtClean="0">
                                <a:latin typeface="Cambria Math" panose="02040503050406030204" pitchFamily="18" charset="0"/>
                              </a:rPr>
                              <m:t>2</m:t>
                            </m:r>
                          </m:sub>
                        </m:sSub>
                        <m:r>
                          <a:rPr lang="en-US" altLang="zh-TW" sz="4000" b="0" i="1" smtClean="0">
                            <a:latin typeface="Cambria Math" panose="02040503050406030204" pitchFamily="18" charset="0"/>
                          </a:rPr>
                          <m:t>−3)</m:t>
                        </m:r>
                      </m:e>
                      <m:sup>
                        <m:r>
                          <a:rPr lang="en-US" altLang="zh-TW" sz="4000" b="0" i="1" smtClean="0">
                            <a:latin typeface="Cambria Math" panose="02040503050406030204" pitchFamily="18" charset="0"/>
                          </a:rPr>
                          <m:t>4</m:t>
                        </m:r>
                      </m:sup>
                    </m:sSup>
                    <m:r>
                      <a:rPr lang="en-US" altLang="zh-TW" sz="4000" b="0" i="1" smtClean="0">
                        <a:latin typeface="Cambria Math" panose="02040503050406030204" pitchFamily="18" charset="0"/>
                      </a:rPr>
                      <m:t>+</m:t>
                    </m:r>
                    <m:sSup>
                      <m:sSupPr>
                        <m:ctrlPr>
                          <a:rPr lang="en-US" altLang="zh-TW" sz="4000" i="1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altLang="zh-TW" sz="4000" b="0" i="1" smtClean="0">
                            <a:latin typeface="Cambria Math" panose="02040503050406030204" pitchFamily="18" charset="0"/>
                          </a:rPr>
                          <m:t>(</m:t>
                        </m:r>
                        <m:sSub>
                          <m:sSubPr>
                            <m:ctrlPr>
                              <a:rPr lang="en-US" altLang="zh-TW" sz="4000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zh-TW" sz="4000" b="0" i="1" smtClean="0"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  <m:sub>
                            <m:r>
                              <a:rPr lang="en-US" altLang="zh-TW" sz="4000" b="0" i="1" smtClean="0">
                                <a:latin typeface="Cambria Math" panose="02040503050406030204" pitchFamily="18" charset="0"/>
                              </a:rPr>
                              <m:t>3</m:t>
                            </m:r>
                          </m:sub>
                        </m:sSub>
                        <m:r>
                          <a:rPr lang="en-US" altLang="zh-TW" sz="4000" b="0" i="1" smtClean="0">
                            <a:latin typeface="Cambria Math" panose="02040503050406030204" pitchFamily="18" charset="0"/>
                          </a:rPr>
                          <m:t>−1)</m:t>
                        </m:r>
                      </m:e>
                      <m:sup>
                        <m:r>
                          <a:rPr lang="en-US" altLang="zh-TW" sz="4000" b="0" i="1" smtClean="0"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a:rPr lang="en-US" altLang="zh-TW" sz="4000" b="0" i="1" smtClean="0">
                        <a:latin typeface="Cambria Math" panose="02040503050406030204" pitchFamily="18" charset="0"/>
                      </a:rPr>
                      <m:t>+3</m:t>
                    </m:r>
                  </m:oMath>
                </a14:m>
                <a:endParaRPr lang="en-US" altLang="zh-TW" sz="4000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</mc:Choice>
        <mc:Fallback>
          <p:sp>
            <p:nvSpPr>
              <p:cNvPr id="10" name="矩形 9">
                <a:extLst>
                  <a:ext uri="{FF2B5EF4-FFF2-40B4-BE49-F238E27FC236}">
                    <a16:creationId xmlns:a16="http://schemas.microsoft.com/office/drawing/2014/main" id="{0F5C27B8-0279-41F2-95D0-65E52814B2F9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54943" y="1363524"/>
                <a:ext cx="11317932" cy="707886"/>
              </a:xfrm>
              <a:prstGeom prst="rect">
                <a:avLst/>
              </a:prstGeom>
              <a:blipFill>
                <a:blip r:embed="rId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3" name="矩形 2">
            <a:extLst>
              <a:ext uri="{FF2B5EF4-FFF2-40B4-BE49-F238E27FC236}">
                <a16:creationId xmlns:a16="http://schemas.microsoft.com/office/drawing/2014/main" id="{E7866A17-49F6-49E1-89D3-E109BF5EDD31}"/>
              </a:ext>
            </a:extLst>
          </p:cNvPr>
          <p:cNvSpPr/>
          <p:nvPr/>
        </p:nvSpPr>
        <p:spPr>
          <a:xfrm>
            <a:off x="2764785" y="3119338"/>
            <a:ext cx="1504950" cy="87630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TW" sz="4000" dirty="0"/>
              <a:t>2</a:t>
            </a:r>
            <a:endParaRPr lang="zh-TW" altLang="en-US" sz="4000" dirty="0"/>
          </a:p>
        </p:txBody>
      </p:sp>
      <p:sp>
        <p:nvSpPr>
          <p:cNvPr id="22" name="矩形 21">
            <a:extLst>
              <a:ext uri="{FF2B5EF4-FFF2-40B4-BE49-F238E27FC236}">
                <a16:creationId xmlns:a16="http://schemas.microsoft.com/office/drawing/2014/main" id="{B51CB741-9C0C-410C-9509-C79ED3DBF85F}"/>
              </a:ext>
            </a:extLst>
          </p:cNvPr>
          <p:cNvSpPr/>
          <p:nvPr/>
        </p:nvSpPr>
        <p:spPr>
          <a:xfrm>
            <a:off x="4728612" y="3128863"/>
            <a:ext cx="1504950" cy="87630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TW" sz="4000" dirty="0"/>
              <a:t>2</a:t>
            </a:r>
            <a:endParaRPr lang="zh-TW" altLang="en-US" sz="4000" dirty="0"/>
          </a:p>
        </p:txBody>
      </p:sp>
      <p:sp>
        <p:nvSpPr>
          <p:cNvPr id="23" name="矩形 22">
            <a:extLst>
              <a:ext uri="{FF2B5EF4-FFF2-40B4-BE49-F238E27FC236}">
                <a16:creationId xmlns:a16="http://schemas.microsoft.com/office/drawing/2014/main" id="{C7C97C81-D78A-43E3-9CBB-17D3C4618984}"/>
              </a:ext>
            </a:extLst>
          </p:cNvPr>
          <p:cNvSpPr/>
          <p:nvPr/>
        </p:nvSpPr>
        <p:spPr>
          <a:xfrm>
            <a:off x="6793719" y="3128863"/>
            <a:ext cx="1504950" cy="87630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TW" sz="4000" dirty="0"/>
              <a:t>1</a:t>
            </a:r>
            <a:endParaRPr lang="zh-TW" altLang="en-US" sz="4000" dirty="0"/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30" name="文字方塊 29">
                <a:extLst>
                  <a:ext uri="{FF2B5EF4-FFF2-40B4-BE49-F238E27FC236}">
                    <a16:creationId xmlns:a16="http://schemas.microsoft.com/office/drawing/2014/main" id="{C88827B5-CCBB-4D6E-9D39-A339CAE1CB94}"/>
                  </a:ext>
                </a:extLst>
              </p:cNvPr>
              <p:cNvSpPr txBox="1"/>
              <p:nvPr/>
            </p:nvSpPr>
            <p:spPr>
              <a:xfrm>
                <a:off x="6828183" y="2216001"/>
                <a:ext cx="6096000" cy="707886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TW" sz="4000" b="0" i="1" smtClean="0">
                          <a:latin typeface="Cambria Math" panose="02040503050406030204" pitchFamily="18" charset="0"/>
                        </a:rPr>
                        <m:t>𝑓</m:t>
                      </m:r>
                      <m:r>
                        <a:rPr lang="en-US" altLang="zh-TW" sz="4000" b="0" i="1" smtClean="0">
                          <a:latin typeface="Cambria Math" panose="02040503050406030204" pitchFamily="18" charset="0"/>
                        </a:rPr>
                        <m:t>(</m:t>
                      </m:r>
                      <m:r>
                        <a:rPr lang="en-US" altLang="zh-TW" sz="4000" b="0" i="1" smtClean="0">
                          <a:latin typeface="Cambria Math" panose="02040503050406030204" pitchFamily="18" charset="0"/>
                        </a:rPr>
                        <m:t>𝑥</m:t>
                      </m:r>
                      <m:r>
                        <a:rPr lang="en-US" altLang="zh-TW" sz="4000" b="0" i="1" smtClean="0">
                          <a:latin typeface="Cambria Math" panose="02040503050406030204" pitchFamily="18" charset="0"/>
                        </a:rPr>
                        <m:t>)</m:t>
                      </m:r>
                    </m:oMath>
                  </m:oMathPara>
                </a14:m>
                <a:endParaRPr lang="zh-TW" altLang="en-US" sz="4000" dirty="0"/>
              </a:p>
            </p:txBody>
          </p:sp>
        </mc:Choice>
        <mc:Fallback>
          <p:sp>
            <p:nvSpPr>
              <p:cNvPr id="30" name="文字方塊 29">
                <a:extLst>
                  <a:ext uri="{FF2B5EF4-FFF2-40B4-BE49-F238E27FC236}">
                    <a16:creationId xmlns:a16="http://schemas.microsoft.com/office/drawing/2014/main" id="{C88827B5-CCBB-4D6E-9D39-A339CAE1CB94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828183" y="2216001"/>
                <a:ext cx="6096000" cy="707886"/>
              </a:xfrm>
              <a:prstGeom prst="rect">
                <a:avLst/>
              </a:prstGeom>
              <a:blipFill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33" name="文字方塊 32">
                <a:extLst>
                  <a:ext uri="{FF2B5EF4-FFF2-40B4-BE49-F238E27FC236}">
                    <a16:creationId xmlns:a16="http://schemas.microsoft.com/office/drawing/2014/main" id="{2A837530-8331-4A27-A1B1-AA564A2B1F0A}"/>
                  </a:ext>
                </a:extLst>
              </p:cNvPr>
              <p:cNvSpPr txBox="1"/>
              <p:nvPr/>
            </p:nvSpPr>
            <p:spPr>
              <a:xfrm>
                <a:off x="6828183" y="3213070"/>
                <a:ext cx="6096000" cy="707886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TW" sz="4000" b="0" i="1" smtClean="0">
                          <a:latin typeface="Cambria Math" panose="02040503050406030204" pitchFamily="18" charset="0"/>
                        </a:rPr>
                        <m:t>4</m:t>
                      </m:r>
                    </m:oMath>
                  </m:oMathPara>
                </a14:m>
                <a:endParaRPr lang="zh-TW" altLang="en-US" sz="4000" dirty="0"/>
              </a:p>
            </p:txBody>
          </p:sp>
        </mc:Choice>
        <mc:Fallback>
          <p:sp>
            <p:nvSpPr>
              <p:cNvPr id="33" name="文字方塊 32">
                <a:extLst>
                  <a:ext uri="{FF2B5EF4-FFF2-40B4-BE49-F238E27FC236}">
                    <a16:creationId xmlns:a16="http://schemas.microsoft.com/office/drawing/2014/main" id="{2A837530-8331-4A27-A1B1-AA564A2B1F0A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828183" y="3213070"/>
                <a:ext cx="6096000" cy="707886"/>
              </a:xfrm>
              <a:prstGeom prst="rect">
                <a:avLst/>
              </a:prstGeom>
              <a:blipFill>
                <a:blip r:embed="rId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" name="文字方塊 1">
            <a:extLst>
              <a:ext uri="{FF2B5EF4-FFF2-40B4-BE49-F238E27FC236}">
                <a16:creationId xmlns:a16="http://schemas.microsoft.com/office/drawing/2014/main" id="{E0820C16-6654-4C5B-A4DD-E9CB3095341B}"/>
              </a:ext>
            </a:extLst>
          </p:cNvPr>
          <p:cNvSpPr txBox="1"/>
          <p:nvPr/>
        </p:nvSpPr>
        <p:spPr>
          <a:xfrm>
            <a:off x="628650" y="315596"/>
            <a:ext cx="2151551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sz="4000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Selection</a:t>
            </a:r>
            <a:endParaRPr lang="zh-TW" altLang="en-US" sz="4000" b="1" dirty="0">
              <a:solidFill>
                <a:srgbClr val="FF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6" name="圖片 5">
            <a:extLst>
              <a:ext uri="{FF2B5EF4-FFF2-40B4-BE49-F238E27FC236}">
                <a16:creationId xmlns:a16="http://schemas.microsoft.com/office/drawing/2014/main" id="{0C9E0D36-B7AF-4FEE-86AE-C089F0DFE14E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96000" y="2923887"/>
            <a:ext cx="1741812" cy="1195487"/>
          </a:xfrm>
          <a:prstGeom prst="rect">
            <a:avLst/>
          </a:prstGeom>
        </p:spPr>
      </p:pic>
      <p:pic>
        <p:nvPicPr>
          <p:cNvPr id="11" name="圖片 10">
            <a:extLst>
              <a:ext uri="{FF2B5EF4-FFF2-40B4-BE49-F238E27FC236}">
                <a16:creationId xmlns:a16="http://schemas.microsoft.com/office/drawing/2014/main" id="{AAC9B3A6-FB6B-49EB-9361-40E85845CB43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28650" y="4676861"/>
            <a:ext cx="1474890" cy="1747606"/>
          </a:xfrm>
          <a:prstGeom prst="rect">
            <a:avLst/>
          </a:prstGeom>
        </p:spPr>
      </p:pic>
      <p:sp>
        <p:nvSpPr>
          <p:cNvPr id="12" name="矩形 11">
            <a:extLst>
              <a:ext uri="{FF2B5EF4-FFF2-40B4-BE49-F238E27FC236}">
                <a16:creationId xmlns:a16="http://schemas.microsoft.com/office/drawing/2014/main" id="{54EA549B-9AB4-475E-AB21-70F69A9254F3}"/>
              </a:ext>
            </a:extLst>
          </p:cNvPr>
          <p:cNvSpPr/>
          <p:nvPr/>
        </p:nvSpPr>
        <p:spPr>
          <a:xfrm>
            <a:off x="2764785" y="5024585"/>
            <a:ext cx="1504950" cy="87630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TW" sz="4000" dirty="0"/>
              <a:t>1</a:t>
            </a:r>
            <a:endParaRPr lang="zh-TW" altLang="en-US" sz="4000" dirty="0"/>
          </a:p>
        </p:txBody>
      </p:sp>
      <p:sp>
        <p:nvSpPr>
          <p:cNvPr id="13" name="矩形 12">
            <a:extLst>
              <a:ext uri="{FF2B5EF4-FFF2-40B4-BE49-F238E27FC236}">
                <a16:creationId xmlns:a16="http://schemas.microsoft.com/office/drawing/2014/main" id="{6E6563A1-7258-4F65-887F-C4E035AA9D03}"/>
              </a:ext>
            </a:extLst>
          </p:cNvPr>
          <p:cNvSpPr/>
          <p:nvPr/>
        </p:nvSpPr>
        <p:spPr>
          <a:xfrm>
            <a:off x="4728612" y="5038598"/>
            <a:ext cx="1504950" cy="87630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TW" sz="4000" dirty="0"/>
              <a:t>3</a:t>
            </a:r>
            <a:endParaRPr lang="zh-TW" altLang="en-US" sz="4000" dirty="0"/>
          </a:p>
        </p:txBody>
      </p:sp>
      <p:sp>
        <p:nvSpPr>
          <p:cNvPr id="14" name="矩形 13">
            <a:extLst>
              <a:ext uri="{FF2B5EF4-FFF2-40B4-BE49-F238E27FC236}">
                <a16:creationId xmlns:a16="http://schemas.microsoft.com/office/drawing/2014/main" id="{ECC69AC6-0C0D-492A-9179-F4988966683C}"/>
              </a:ext>
            </a:extLst>
          </p:cNvPr>
          <p:cNvSpPr/>
          <p:nvPr/>
        </p:nvSpPr>
        <p:spPr>
          <a:xfrm>
            <a:off x="6793719" y="5024585"/>
            <a:ext cx="1504950" cy="87630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TW" sz="4000" dirty="0"/>
              <a:t>4</a:t>
            </a:r>
            <a:endParaRPr lang="zh-TW" altLang="en-US" sz="4000" dirty="0"/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15" name="文字方塊 14">
                <a:extLst>
                  <a:ext uri="{FF2B5EF4-FFF2-40B4-BE49-F238E27FC236}">
                    <a16:creationId xmlns:a16="http://schemas.microsoft.com/office/drawing/2014/main" id="{770BC27D-D5F3-4055-9058-A9E1B171A372}"/>
                  </a:ext>
                </a:extLst>
              </p:cNvPr>
              <p:cNvSpPr txBox="1"/>
              <p:nvPr/>
            </p:nvSpPr>
            <p:spPr>
              <a:xfrm>
                <a:off x="6815022" y="5056326"/>
                <a:ext cx="6096000" cy="707886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TW" sz="4000" b="0" i="1" smtClean="0">
                          <a:latin typeface="Cambria Math" panose="02040503050406030204" pitchFamily="18" charset="0"/>
                        </a:rPr>
                        <m:t>13</m:t>
                      </m:r>
                    </m:oMath>
                  </m:oMathPara>
                </a14:m>
                <a:endParaRPr lang="zh-TW" altLang="en-US" sz="4000" dirty="0"/>
              </a:p>
            </p:txBody>
          </p:sp>
        </mc:Choice>
        <mc:Fallback>
          <p:sp>
            <p:nvSpPr>
              <p:cNvPr id="15" name="文字方塊 14">
                <a:extLst>
                  <a:ext uri="{FF2B5EF4-FFF2-40B4-BE49-F238E27FC236}">
                    <a16:creationId xmlns:a16="http://schemas.microsoft.com/office/drawing/2014/main" id="{770BC27D-D5F3-4055-9058-A9E1B171A372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815022" y="5056326"/>
                <a:ext cx="6096000" cy="707886"/>
              </a:xfrm>
              <a:prstGeom prst="rect">
                <a:avLst/>
              </a:prstGeom>
              <a:blipFill>
                <a:blip r:embed="rId7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247342040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橢圓 15">
            <a:extLst>
              <a:ext uri="{FF2B5EF4-FFF2-40B4-BE49-F238E27FC236}">
                <a16:creationId xmlns:a16="http://schemas.microsoft.com/office/drawing/2014/main" id="{08112759-514A-4198-8B97-B3DB34CE8C2A}"/>
              </a:ext>
            </a:extLst>
          </p:cNvPr>
          <p:cNvSpPr/>
          <p:nvPr/>
        </p:nvSpPr>
        <p:spPr>
          <a:xfrm>
            <a:off x="9418983" y="4972119"/>
            <a:ext cx="914400" cy="876300"/>
          </a:xfrm>
          <a:prstGeom prst="ellipse">
            <a:avLst/>
          </a:prstGeom>
          <a:ln w="44450">
            <a:solidFill>
              <a:srgbClr val="FF0000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zh-TW" altLang="en-US" dirty="0"/>
          </a:p>
        </p:txBody>
      </p:sp>
      <p:sp>
        <p:nvSpPr>
          <p:cNvPr id="4" name="橢圓 3">
            <a:extLst>
              <a:ext uri="{FF2B5EF4-FFF2-40B4-BE49-F238E27FC236}">
                <a16:creationId xmlns:a16="http://schemas.microsoft.com/office/drawing/2014/main" id="{0400CF70-4858-4E2F-B9C5-92D2002D905D}"/>
              </a:ext>
            </a:extLst>
          </p:cNvPr>
          <p:cNvSpPr/>
          <p:nvPr/>
        </p:nvSpPr>
        <p:spPr>
          <a:xfrm>
            <a:off x="9418983" y="3119338"/>
            <a:ext cx="914400" cy="876300"/>
          </a:xfrm>
          <a:prstGeom prst="ellipse">
            <a:avLst/>
          </a:prstGeom>
          <a:ln w="44450">
            <a:solidFill>
              <a:srgbClr val="FF0000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zh-TW" altLang="en-US" dirty="0"/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10" name="矩形 9">
                <a:extLst>
                  <a:ext uri="{FF2B5EF4-FFF2-40B4-BE49-F238E27FC236}">
                    <a16:creationId xmlns:a16="http://schemas.microsoft.com/office/drawing/2014/main" id="{0F5C27B8-0279-41F2-95D0-65E52814B2F9}"/>
                  </a:ext>
                </a:extLst>
              </p:cNvPr>
              <p:cNvSpPr/>
              <p:nvPr/>
            </p:nvSpPr>
            <p:spPr>
              <a:xfrm>
                <a:off x="254943" y="1363524"/>
                <a:ext cx="11317932" cy="707886"/>
              </a:xfrm>
              <a:prstGeom prst="rect">
                <a:avLst/>
              </a:prstGeom>
            </p:spPr>
            <p:txBody>
              <a:bodyPr wrap="square">
                <a:spAutoFit/>
              </a:bodyPr>
              <a:lstStyle/>
              <a:p>
                <a:pPr algn="ctr"/>
                <a:r>
                  <a:rPr lang="en-US" altLang="zh-TW" sz="40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TW" sz="400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TW" sz="4000" b="0" i="1" smtClean="0">
                            <a:latin typeface="Cambria Math" panose="02040503050406030204" pitchFamily="18" charset="0"/>
                          </a:rPr>
                          <m:t>𝑀𝑖𝑛</m:t>
                        </m:r>
                        <m:r>
                          <a:rPr lang="en-US" altLang="zh-TW" sz="4000" b="0" i="1" smtClean="0">
                            <a:latin typeface="Cambria Math" panose="02040503050406030204" pitchFamily="18" charset="0"/>
                          </a:rPr>
                          <m:t> </m:t>
                        </m:r>
                        <m:r>
                          <a:rPr lang="en-US" altLang="zh-TW" sz="4000" b="0" i="1" smtClean="0">
                            <a:latin typeface="Cambria Math" panose="02040503050406030204" pitchFamily="18" charset="0"/>
                          </a:rPr>
                          <m:t>𝑓</m:t>
                        </m:r>
                        <m:r>
                          <a:rPr lang="en-US" altLang="zh-TW" sz="4000" b="0" i="1" smtClean="0">
                            <a:latin typeface="Cambria Math" panose="02040503050406030204" pitchFamily="18" charset="0"/>
                          </a:rPr>
                          <m:t>(</m:t>
                        </m:r>
                        <m:r>
                          <a:rPr lang="en-US" altLang="zh-TW" sz="4000" b="0" i="1" smtClean="0">
                            <a:latin typeface="Cambria Math" panose="02040503050406030204" pitchFamily="18" charset="0"/>
                          </a:rPr>
                          <m:t>𝑥</m:t>
                        </m:r>
                        <m:r>
                          <a:rPr lang="en-US" altLang="zh-TW" sz="4000" b="0" i="1" smtClean="0">
                            <a:latin typeface="Cambria Math" panose="02040503050406030204" pitchFamily="18" charset="0"/>
                          </a:rPr>
                          <m:t>)</m:t>
                        </m:r>
                      </m:e>
                      <m:sub>
                        <m:r>
                          <a:rPr lang="en-US" altLang="zh-TW" sz="4000" i="1" smtClean="0">
                            <a:latin typeface="Cambria Math" panose="02040503050406030204" pitchFamily="18" charset="0"/>
                          </a:rPr>
                          <m:t> </m:t>
                        </m:r>
                      </m:sub>
                    </m:sSub>
                    <m:r>
                      <a:rPr lang="en-US" altLang="zh-TW" sz="4000" i="1" smtClean="0">
                        <a:latin typeface="Cambria Math" panose="02040503050406030204" pitchFamily="18" charset="0"/>
                      </a:rPr>
                      <m:t>=</m:t>
                    </m:r>
                    <m:sSup>
                      <m:sSupPr>
                        <m:ctrlPr>
                          <a:rPr lang="en-US" altLang="zh-TW" sz="4000" i="1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altLang="zh-TW" sz="4000" b="0" i="1" smtClean="0">
                            <a:latin typeface="Cambria Math" panose="02040503050406030204" pitchFamily="18" charset="0"/>
                          </a:rPr>
                          <m:t>(</m:t>
                        </m:r>
                        <m:sSub>
                          <m:sSubPr>
                            <m:ctrlPr>
                              <a:rPr lang="en-US" altLang="zh-TW" sz="4000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zh-TW" sz="4000" b="0" i="1" smtClean="0"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  <m:sub>
                            <m:r>
                              <a:rPr lang="en-US" altLang="zh-TW" sz="4000" b="0" i="1" smtClean="0">
                                <a:latin typeface="Cambria Math" panose="02040503050406030204" pitchFamily="18" charset="0"/>
                              </a:rPr>
                              <m:t>1</m:t>
                            </m:r>
                          </m:sub>
                        </m:sSub>
                        <m:r>
                          <a:rPr lang="en-US" altLang="zh-TW" sz="4000" b="0" i="1" smtClean="0">
                            <a:latin typeface="Cambria Math" panose="02040503050406030204" pitchFamily="18" charset="0"/>
                          </a:rPr>
                          <m:t>−2)</m:t>
                        </m:r>
                      </m:e>
                      <m:sup>
                        <m:r>
                          <a:rPr lang="en-US" altLang="zh-TW" sz="4000" b="0" i="1" smtClean="0"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a:rPr lang="en-US" altLang="zh-TW" sz="4000" b="0" i="1" smtClean="0">
                        <a:latin typeface="Cambria Math" panose="02040503050406030204" pitchFamily="18" charset="0"/>
                      </a:rPr>
                      <m:t>+</m:t>
                    </m:r>
                    <m:sSup>
                      <m:sSupPr>
                        <m:ctrlPr>
                          <a:rPr lang="en-US" altLang="zh-TW" sz="4000" i="1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altLang="zh-TW" sz="4000" b="0" i="1" smtClean="0">
                            <a:latin typeface="Cambria Math" panose="02040503050406030204" pitchFamily="18" charset="0"/>
                          </a:rPr>
                          <m:t>(</m:t>
                        </m:r>
                        <m:sSub>
                          <m:sSubPr>
                            <m:ctrlPr>
                              <a:rPr lang="en-US" altLang="zh-TW" sz="4000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zh-TW" sz="4000" b="0" i="1" smtClean="0"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  <m:sub>
                            <m:r>
                              <a:rPr lang="en-US" altLang="zh-TW" sz="4000" b="0" i="1" smtClean="0">
                                <a:latin typeface="Cambria Math" panose="02040503050406030204" pitchFamily="18" charset="0"/>
                              </a:rPr>
                              <m:t>2</m:t>
                            </m:r>
                          </m:sub>
                        </m:sSub>
                        <m:r>
                          <a:rPr lang="en-US" altLang="zh-TW" sz="4000" b="0" i="1" smtClean="0">
                            <a:latin typeface="Cambria Math" panose="02040503050406030204" pitchFamily="18" charset="0"/>
                          </a:rPr>
                          <m:t>−3)</m:t>
                        </m:r>
                      </m:e>
                      <m:sup>
                        <m:r>
                          <a:rPr lang="en-US" altLang="zh-TW" sz="4000" b="0" i="1" smtClean="0">
                            <a:latin typeface="Cambria Math" panose="02040503050406030204" pitchFamily="18" charset="0"/>
                          </a:rPr>
                          <m:t>4</m:t>
                        </m:r>
                      </m:sup>
                    </m:sSup>
                    <m:r>
                      <a:rPr lang="en-US" altLang="zh-TW" sz="4000" b="0" i="1" smtClean="0">
                        <a:latin typeface="Cambria Math" panose="02040503050406030204" pitchFamily="18" charset="0"/>
                      </a:rPr>
                      <m:t>+</m:t>
                    </m:r>
                    <m:sSup>
                      <m:sSupPr>
                        <m:ctrlPr>
                          <a:rPr lang="en-US" altLang="zh-TW" sz="4000" i="1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altLang="zh-TW" sz="4000" b="0" i="1" smtClean="0">
                            <a:latin typeface="Cambria Math" panose="02040503050406030204" pitchFamily="18" charset="0"/>
                          </a:rPr>
                          <m:t>(</m:t>
                        </m:r>
                        <m:sSub>
                          <m:sSubPr>
                            <m:ctrlPr>
                              <a:rPr lang="en-US" altLang="zh-TW" sz="4000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zh-TW" sz="4000" b="0" i="1" smtClean="0"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  <m:sub>
                            <m:r>
                              <a:rPr lang="en-US" altLang="zh-TW" sz="4000" b="0" i="1" smtClean="0">
                                <a:latin typeface="Cambria Math" panose="02040503050406030204" pitchFamily="18" charset="0"/>
                              </a:rPr>
                              <m:t>3</m:t>
                            </m:r>
                          </m:sub>
                        </m:sSub>
                        <m:r>
                          <a:rPr lang="en-US" altLang="zh-TW" sz="4000" b="0" i="1" smtClean="0">
                            <a:latin typeface="Cambria Math" panose="02040503050406030204" pitchFamily="18" charset="0"/>
                          </a:rPr>
                          <m:t>−1)</m:t>
                        </m:r>
                      </m:e>
                      <m:sup>
                        <m:r>
                          <a:rPr lang="en-US" altLang="zh-TW" sz="4000" b="0" i="1" smtClean="0"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a:rPr lang="en-US" altLang="zh-TW" sz="4000" b="0" i="1" smtClean="0">
                        <a:latin typeface="Cambria Math" panose="02040503050406030204" pitchFamily="18" charset="0"/>
                      </a:rPr>
                      <m:t>+3</m:t>
                    </m:r>
                  </m:oMath>
                </a14:m>
                <a:endParaRPr lang="en-US" altLang="zh-TW" sz="4000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</mc:Choice>
        <mc:Fallback>
          <p:sp>
            <p:nvSpPr>
              <p:cNvPr id="10" name="矩形 9">
                <a:extLst>
                  <a:ext uri="{FF2B5EF4-FFF2-40B4-BE49-F238E27FC236}">
                    <a16:creationId xmlns:a16="http://schemas.microsoft.com/office/drawing/2014/main" id="{0F5C27B8-0279-41F2-95D0-65E52814B2F9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54943" y="1363524"/>
                <a:ext cx="11317932" cy="707886"/>
              </a:xfrm>
              <a:prstGeom prst="rect">
                <a:avLst/>
              </a:prstGeom>
              <a:blipFill>
                <a:blip r:embed="rId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3" name="矩形 2">
            <a:extLst>
              <a:ext uri="{FF2B5EF4-FFF2-40B4-BE49-F238E27FC236}">
                <a16:creationId xmlns:a16="http://schemas.microsoft.com/office/drawing/2014/main" id="{E7866A17-49F6-49E1-89D3-E109BF5EDD31}"/>
              </a:ext>
            </a:extLst>
          </p:cNvPr>
          <p:cNvSpPr/>
          <p:nvPr/>
        </p:nvSpPr>
        <p:spPr>
          <a:xfrm>
            <a:off x="2764785" y="3119338"/>
            <a:ext cx="1504950" cy="87630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TW" sz="4000" dirty="0"/>
              <a:t>2</a:t>
            </a:r>
            <a:endParaRPr lang="zh-TW" altLang="en-US" sz="4000" dirty="0"/>
          </a:p>
        </p:txBody>
      </p:sp>
      <p:sp>
        <p:nvSpPr>
          <p:cNvPr id="22" name="矩形 21">
            <a:extLst>
              <a:ext uri="{FF2B5EF4-FFF2-40B4-BE49-F238E27FC236}">
                <a16:creationId xmlns:a16="http://schemas.microsoft.com/office/drawing/2014/main" id="{B51CB741-9C0C-410C-9509-C79ED3DBF85F}"/>
              </a:ext>
            </a:extLst>
          </p:cNvPr>
          <p:cNvSpPr/>
          <p:nvPr/>
        </p:nvSpPr>
        <p:spPr>
          <a:xfrm>
            <a:off x="4728612" y="3128863"/>
            <a:ext cx="1504950" cy="87630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TW" sz="4000" dirty="0"/>
              <a:t>2</a:t>
            </a:r>
            <a:endParaRPr lang="zh-TW" altLang="en-US" sz="4000" dirty="0"/>
          </a:p>
        </p:txBody>
      </p:sp>
      <p:sp>
        <p:nvSpPr>
          <p:cNvPr id="23" name="矩形 22">
            <a:extLst>
              <a:ext uri="{FF2B5EF4-FFF2-40B4-BE49-F238E27FC236}">
                <a16:creationId xmlns:a16="http://schemas.microsoft.com/office/drawing/2014/main" id="{C7C97C81-D78A-43E3-9CBB-17D3C4618984}"/>
              </a:ext>
            </a:extLst>
          </p:cNvPr>
          <p:cNvSpPr/>
          <p:nvPr/>
        </p:nvSpPr>
        <p:spPr>
          <a:xfrm>
            <a:off x="6793719" y="3128863"/>
            <a:ext cx="1504950" cy="87630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TW" sz="4000" dirty="0"/>
              <a:t>1</a:t>
            </a:r>
            <a:endParaRPr lang="zh-TW" altLang="en-US" sz="4000" dirty="0"/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30" name="文字方塊 29">
                <a:extLst>
                  <a:ext uri="{FF2B5EF4-FFF2-40B4-BE49-F238E27FC236}">
                    <a16:creationId xmlns:a16="http://schemas.microsoft.com/office/drawing/2014/main" id="{C88827B5-CCBB-4D6E-9D39-A339CAE1CB94}"/>
                  </a:ext>
                </a:extLst>
              </p:cNvPr>
              <p:cNvSpPr txBox="1"/>
              <p:nvPr/>
            </p:nvSpPr>
            <p:spPr>
              <a:xfrm>
                <a:off x="6828183" y="2216001"/>
                <a:ext cx="6096000" cy="707886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TW" sz="4000" b="0" i="1" smtClean="0">
                          <a:latin typeface="Cambria Math" panose="02040503050406030204" pitchFamily="18" charset="0"/>
                        </a:rPr>
                        <m:t>𝑓</m:t>
                      </m:r>
                      <m:r>
                        <a:rPr lang="en-US" altLang="zh-TW" sz="4000" b="0" i="1" smtClean="0">
                          <a:latin typeface="Cambria Math" panose="02040503050406030204" pitchFamily="18" charset="0"/>
                        </a:rPr>
                        <m:t>(</m:t>
                      </m:r>
                      <m:r>
                        <a:rPr lang="en-US" altLang="zh-TW" sz="4000" b="0" i="1" smtClean="0">
                          <a:latin typeface="Cambria Math" panose="02040503050406030204" pitchFamily="18" charset="0"/>
                        </a:rPr>
                        <m:t>𝑥</m:t>
                      </m:r>
                      <m:r>
                        <a:rPr lang="en-US" altLang="zh-TW" sz="4000" b="0" i="1" smtClean="0">
                          <a:latin typeface="Cambria Math" panose="02040503050406030204" pitchFamily="18" charset="0"/>
                        </a:rPr>
                        <m:t>)</m:t>
                      </m:r>
                    </m:oMath>
                  </m:oMathPara>
                </a14:m>
                <a:endParaRPr lang="zh-TW" altLang="en-US" sz="4000" dirty="0"/>
              </a:p>
            </p:txBody>
          </p:sp>
        </mc:Choice>
        <mc:Fallback>
          <p:sp>
            <p:nvSpPr>
              <p:cNvPr id="30" name="文字方塊 29">
                <a:extLst>
                  <a:ext uri="{FF2B5EF4-FFF2-40B4-BE49-F238E27FC236}">
                    <a16:creationId xmlns:a16="http://schemas.microsoft.com/office/drawing/2014/main" id="{C88827B5-CCBB-4D6E-9D39-A339CAE1CB94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828183" y="2216001"/>
                <a:ext cx="6096000" cy="707886"/>
              </a:xfrm>
              <a:prstGeom prst="rect">
                <a:avLst/>
              </a:prstGeom>
              <a:blipFill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33" name="文字方塊 32">
                <a:extLst>
                  <a:ext uri="{FF2B5EF4-FFF2-40B4-BE49-F238E27FC236}">
                    <a16:creationId xmlns:a16="http://schemas.microsoft.com/office/drawing/2014/main" id="{2A837530-8331-4A27-A1B1-AA564A2B1F0A}"/>
                  </a:ext>
                </a:extLst>
              </p:cNvPr>
              <p:cNvSpPr txBox="1"/>
              <p:nvPr/>
            </p:nvSpPr>
            <p:spPr>
              <a:xfrm>
                <a:off x="6828183" y="3213070"/>
                <a:ext cx="6096000" cy="707886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TW" sz="4000" b="0" i="1" smtClean="0">
                          <a:latin typeface="Cambria Math" panose="02040503050406030204" pitchFamily="18" charset="0"/>
                        </a:rPr>
                        <m:t>4</m:t>
                      </m:r>
                    </m:oMath>
                  </m:oMathPara>
                </a14:m>
                <a:endParaRPr lang="zh-TW" altLang="en-US" sz="4000" dirty="0"/>
              </a:p>
            </p:txBody>
          </p:sp>
        </mc:Choice>
        <mc:Fallback>
          <p:sp>
            <p:nvSpPr>
              <p:cNvPr id="33" name="文字方塊 32">
                <a:extLst>
                  <a:ext uri="{FF2B5EF4-FFF2-40B4-BE49-F238E27FC236}">
                    <a16:creationId xmlns:a16="http://schemas.microsoft.com/office/drawing/2014/main" id="{2A837530-8331-4A27-A1B1-AA564A2B1F0A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828183" y="3213070"/>
                <a:ext cx="6096000" cy="707886"/>
              </a:xfrm>
              <a:prstGeom prst="rect">
                <a:avLst/>
              </a:prstGeom>
              <a:blipFill>
                <a:blip r:embed="rId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" name="文字方塊 1">
            <a:extLst>
              <a:ext uri="{FF2B5EF4-FFF2-40B4-BE49-F238E27FC236}">
                <a16:creationId xmlns:a16="http://schemas.microsoft.com/office/drawing/2014/main" id="{E0820C16-6654-4C5B-A4DD-E9CB3095341B}"/>
              </a:ext>
            </a:extLst>
          </p:cNvPr>
          <p:cNvSpPr txBox="1"/>
          <p:nvPr/>
        </p:nvSpPr>
        <p:spPr>
          <a:xfrm>
            <a:off x="628650" y="315596"/>
            <a:ext cx="2398734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sz="4000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Crossover</a:t>
            </a:r>
            <a:endParaRPr lang="zh-TW" altLang="en-US" sz="4000" b="1" dirty="0">
              <a:solidFill>
                <a:srgbClr val="FF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6" name="圖片 5">
            <a:extLst>
              <a:ext uri="{FF2B5EF4-FFF2-40B4-BE49-F238E27FC236}">
                <a16:creationId xmlns:a16="http://schemas.microsoft.com/office/drawing/2014/main" id="{0C9E0D36-B7AF-4FEE-86AE-C089F0DFE14E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96000" y="2923887"/>
            <a:ext cx="1741812" cy="1195487"/>
          </a:xfrm>
          <a:prstGeom prst="rect">
            <a:avLst/>
          </a:prstGeom>
        </p:spPr>
      </p:pic>
      <p:pic>
        <p:nvPicPr>
          <p:cNvPr id="11" name="圖片 10">
            <a:extLst>
              <a:ext uri="{FF2B5EF4-FFF2-40B4-BE49-F238E27FC236}">
                <a16:creationId xmlns:a16="http://schemas.microsoft.com/office/drawing/2014/main" id="{AAC9B3A6-FB6B-49EB-9361-40E85845CB43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28650" y="4676861"/>
            <a:ext cx="1474890" cy="1747606"/>
          </a:xfrm>
          <a:prstGeom prst="rect">
            <a:avLst/>
          </a:prstGeom>
        </p:spPr>
      </p:pic>
      <p:sp>
        <p:nvSpPr>
          <p:cNvPr id="12" name="矩形 11">
            <a:extLst>
              <a:ext uri="{FF2B5EF4-FFF2-40B4-BE49-F238E27FC236}">
                <a16:creationId xmlns:a16="http://schemas.microsoft.com/office/drawing/2014/main" id="{54EA549B-9AB4-475E-AB21-70F69A9254F3}"/>
              </a:ext>
            </a:extLst>
          </p:cNvPr>
          <p:cNvSpPr/>
          <p:nvPr/>
        </p:nvSpPr>
        <p:spPr>
          <a:xfrm>
            <a:off x="2764785" y="5024585"/>
            <a:ext cx="1504950" cy="87630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TW" sz="4000" dirty="0"/>
              <a:t>1</a:t>
            </a:r>
            <a:endParaRPr lang="zh-TW" altLang="en-US" sz="4000" dirty="0"/>
          </a:p>
        </p:txBody>
      </p:sp>
      <p:sp>
        <p:nvSpPr>
          <p:cNvPr id="13" name="矩形 12">
            <a:extLst>
              <a:ext uri="{FF2B5EF4-FFF2-40B4-BE49-F238E27FC236}">
                <a16:creationId xmlns:a16="http://schemas.microsoft.com/office/drawing/2014/main" id="{6E6563A1-7258-4F65-887F-C4E035AA9D03}"/>
              </a:ext>
            </a:extLst>
          </p:cNvPr>
          <p:cNvSpPr/>
          <p:nvPr/>
        </p:nvSpPr>
        <p:spPr>
          <a:xfrm>
            <a:off x="4728612" y="5038598"/>
            <a:ext cx="1504950" cy="87630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TW" sz="4000" dirty="0"/>
              <a:t>3</a:t>
            </a:r>
            <a:endParaRPr lang="zh-TW" altLang="en-US" sz="4000" dirty="0"/>
          </a:p>
        </p:txBody>
      </p:sp>
      <p:sp>
        <p:nvSpPr>
          <p:cNvPr id="14" name="矩形 13">
            <a:extLst>
              <a:ext uri="{FF2B5EF4-FFF2-40B4-BE49-F238E27FC236}">
                <a16:creationId xmlns:a16="http://schemas.microsoft.com/office/drawing/2014/main" id="{ECC69AC6-0C0D-492A-9179-F4988966683C}"/>
              </a:ext>
            </a:extLst>
          </p:cNvPr>
          <p:cNvSpPr/>
          <p:nvPr/>
        </p:nvSpPr>
        <p:spPr>
          <a:xfrm>
            <a:off x="6793719" y="5024585"/>
            <a:ext cx="1504950" cy="87630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TW" sz="4000" dirty="0"/>
              <a:t>4</a:t>
            </a:r>
            <a:endParaRPr lang="zh-TW" altLang="en-US" sz="4000" dirty="0"/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15" name="文字方塊 14">
                <a:extLst>
                  <a:ext uri="{FF2B5EF4-FFF2-40B4-BE49-F238E27FC236}">
                    <a16:creationId xmlns:a16="http://schemas.microsoft.com/office/drawing/2014/main" id="{770BC27D-D5F3-4055-9058-A9E1B171A372}"/>
                  </a:ext>
                </a:extLst>
              </p:cNvPr>
              <p:cNvSpPr txBox="1"/>
              <p:nvPr/>
            </p:nvSpPr>
            <p:spPr>
              <a:xfrm>
                <a:off x="6815022" y="5056326"/>
                <a:ext cx="6096000" cy="707886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TW" sz="4000" b="0" i="1" smtClean="0">
                          <a:latin typeface="Cambria Math" panose="02040503050406030204" pitchFamily="18" charset="0"/>
                        </a:rPr>
                        <m:t>13</m:t>
                      </m:r>
                    </m:oMath>
                  </m:oMathPara>
                </a14:m>
                <a:endParaRPr lang="zh-TW" altLang="en-US" sz="4000" dirty="0"/>
              </a:p>
            </p:txBody>
          </p:sp>
        </mc:Choice>
        <mc:Fallback>
          <p:sp>
            <p:nvSpPr>
              <p:cNvPr id="15" name="文字方塊 14">
                <a:extLst>
                  <a:ext uri="{FF2B5EF4-FFF2-40B4-BE49-F238E27FC236}">
                    <a16:creationId xmlns:a16="http://schemas.microsoft.com/office/drawing/2014/main" id="{770BC27D-D5F3-4055-9058-A9E1B171A372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815022" y="5056326"/>
                <a:ext cx="6096000" cy="707886"/>
              </a:xfrm>
              <a:prstGeom prst="rect">
                <a:avLst/>
              </a:prstGeom>
              <a:blipFill>
                <a:blip r:embed="rId7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7" name="直線接點 6">
            <a:extLst>
              <a:ext uri="{FF2B5EF4-FFF2-40B4-BE49-F238E27FC236}">
                <a16:creationId xmlns:a16="http://schemas.microsoft.com/office/drawing/2014/main" id="{2DE22E09-C828-4CAA-9257-8BFC6C2850E3}"/>
              </a:ext>
            </a:extLst>
          </p:cNvPr>
          <p:cNvCxnSpPr/>
          <p:nvPr/>
        </p:nvCxnSpPr>
        <p:spPr>
          <a:xfrm>
            <a:off x="6477000" y="2686050"/>
            <a:ext cx="0" cy="3514725"/>
          </a:xfrm>
          <a:prstGeom prst="line">
            <a:avLst/>
          </a:prstGeom>
          <a:ln w="44450"/>
        </p:spPr>
        <p:style>
          <a:lnRef idx="3">
            <a:schemeClr val="accent2"/>
          </a:lnRef>
          <a:fillRef idx="0">
            <a:schemeClr val="accent2"/>
          </a:fillRef>
          <a:effectRef idx="2">
            <a:schemeClr val="accent2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27146553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橢圓 15">
            <a:extLst>
              <a:ext uri="{FF2B5EF4-FFF2-40B4-BE49-F238E27FC236}">
                <a16:creationId xmlns:a16="http://schemas.microsoft.com/office/drawing/2014/main" id="{08112759-514A-4198-8B97-B3DB34CE8C2A}"/>
              </a:ext>
            </a:extLst>
          </p:cNvPr>
          <p:cNvSpPr/>
          <p:nvPr/>
        </p:nvSpPr>
        <p:spPr>
          <a:xfrm>
            <a:off x="9418983" y="4972119"/>
            <a:ext cx="914400" cy="876300"/>
          </a:xfrm>
          <a:prstGeom prst="ellipse">
            <a:avLst/>
          </a:prstGeom>
          <a:ln w="44450">
            <a:solidFill>
              <a:srgbClr val="FF0000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zh-TW" altLang="en-US" dirty="0"/>
          </a:p>
        </p:txBody>
      </p:sp>
      <p:sp>
        <p:nvSpPr>
          <p:cNvPr id="4" name="橢圓 3">
            <a:extLst>
              <a:ext uri="{FF2B5EF4-FFF2-40B4-BE49-F238E27FC236}">
                <a16:creationId xmlns:a16="http://schemas.microsoft.com/office/drawing/2014/main" id="{0400CF70-4858-4E2F-B9C5-92D2002D905D}"/>
              </a:ext>
            </a:extLst>
          </p:cNvPr>
          <p:cNvSpPr/>
          <p:nvPr/>
        </p:nvSpPr>
        <p:spPr>
          <a:xfrm>
            <a:off x="9418983" y="3119338"/>
            <a:ext cx="914400" cy="876300"/>
          </a:xfrm>
          <a:prstGeom prst="ellipse">
            <a:avLst/>
          </a:prstGeom>
          <a:ln w="44450">
            <a:solidFill>
              <a:srgbClr val="FF0000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zh-TW" altLang="en-US" dirty="0"/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10" name="矩形 9">
                <a:extLst>
                  <a:ext uri="{FF2B5EF4-FFF2-40B4-BE49-F238E27FC236}">
                    <a16:creationId xmlns:a16="http://schemas.microsoft.com/office/drawing/2014/main" id="{0F5C27B8-0279-41F2-95D0-65E52814B2F9}"/>
                  </a:ext>
                </a:extLst>
              </p:cNvPr>
              <p:cNvSpPr/>
              <p:nvPr/>
            </p:nvSpPr>
            <p:spPr>
              <a:xfrm>
                <a:off x="254943" y="1363524"/>
                <a:ext cx="11317932" cy="707886"/>
              </a:xfrm>
              <a:prstGeom prst="rect">
                <a:avLst/>
              </a:prstGeom>
            </p:spPr>
            <p:txBody>
              <a:bodyPr wrap="square">
                <a:spAutoFit/>
              </a:bodyPr>
              <a:lstStyle/>
              <a:p>
                <a:pPr algn="ctr"/>
                <a:r>
                  <a:rPr lang="en-US" altLang="zh-TW" sz="40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TW" sz="400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TW" sz="4000" b="0" i="1" smtClean="0">
                            <a:latin typeface="Cambria Math" panose="02040503050406030204" pitchFamily="18" charset="0"/>
                          </a:rPr>
                          <m:t>𝑀𝑖𝑛</m:t>
                        </m:r>
                        <m:r>
                          <a:rPr lang="en-US" altLang="zh-TW" sz="4000" b="0" i="1" smtClean="0">
                            <a:latin typeface="Cambria Math" panose="02040503050406030204" pitchFamily="18" charset="0"/>
                          </a:rPr>
                          <m:t> </m:t>
                        </m:r>
                        <m:r>
                          <a:rPr lang="en-US" altLang="zh-TW" sz="4000" b="0" i="1" smtClean="0">
                            <a:latin typeface="Cambria Math" panose="02040503050406030204" pitchFamily="18" charset="0"/>
                          </a:rPr>
                          <m:t>𝑓</m:t>
                        </m:r>
                        <m:r>
                          <a:rPr lang="en-US" altLang="zh-TW" sz="4000" b="0" i="1" smtClean="0">
                            <a:latin typeface="Cambria Math" panose="02040503050406030204" pitchFamily="18" charset="0"/>
                          </a:rPr>
                          <m:t>(</m:t>
                        </m:r>
                        <m:r>
                          <a:rPr lang="en-US" altLang="zh-TW" sz="4000" b="0" i="1" smtClean="0">
                            <a:latin typeface="Cambria Math" panose="02040503050406030204" pitchFamily="18" charset="0"/>
                          </a:rPr>
                          <m:t>𝑥</m:t>
                        </m:r>
                        <m:r>
                          <a:rPr lang="en-US" altLang="zh-TW" sz="4000" b="0" i="1" smtClean="0">
                            <a:latin typeface="Cambria Math" panose="02040503050406030204" pitchFamily="18" charset="0"/>
                          </a:rPr>
                          <m:t>)</m:t>
                        </m:r>
                      </m:e>
                      <m:sub>
                        <m:r>
                          <a:rPr lang="en-US" altLang="zh-TW" sz="4000" i="1" smtClean="0">
                            <a:latin typeface="Cambria Math" panose="02040503050406030204" pitchFamily="18" charset="0"/>
                          </a:rPr>
                          <m:t> </m:t>
                        </m:r>
                      </m:sub>
                    </m:sSub>
                    <m:r>
                      <a:rPr lang="en-US" altLang="zh-TW" sz="4000" i="1" smtClean="0">
                        <a:latin typeface="Cambria Math" panose="02040503050406030204" pitchFamily="18" charset="0"/>
                      </a:rPr>
                      <m:t>=</m:t>
                    </m:r>
                    <m:sSup>
                      <m:sSupPr>
                        <m:ctrlPr>
                          <a:rPr lang="en-US" altLang="zh-TW" sz="4000" i="1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altLang="zh-TW" sz="4000" b="0" i="1" smtClean="0">
                            <a:latin typeface="Cambria Math" panose="02040503050406030204" pitchFamily="18" charset="0"/>
                          </a:rPr>
                          <m:t>(</m:t>
                        </m:r>
                        <m:sSub>
                          <m:sSubPr>
                            <m:ctrlPr>
                              <a:rPr lang="en-US" altLang="zh-TW" sz="4000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zh-TW" sz="4000" b="0" i="1" smtClean="0"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  <m:sub>
                            <m:r>
                              <a:rPr lang="en-US" altLang="zh-TW" sz="4000" b="0" i="1" smtClean="0">
                                <a:latin typeface="Cambria Math" panose="02040503050406030204" pitchFamily="18" charset="0"/>
                              </a:rPr>
                              <m:t>1</m:t>
                            </m:r>
                          </m:sub>
                        </m:sSub>
                        <m:r>
                          <a:rPr lang="en-US" altLang="zh-TW" sz="4000" b="0" i="1" smtClean="0">
                            <a:latin typeface="Cambria Math" panose="02040503050406030204" pitchFamily="18" charset="0"/>
                          </a:rPr>
                          <m:t>−2)</m:t>
                        </m:r>
                      </m:e>
                      <m:sup>
                        <m:r>
                          <a:rPr lang="en-US" altLang="zh-TW" sz="4000" b="0" i="1" smtClean="0"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a:rPr lang="en-US" altLang="zh-TW" sz="4000" b="0" i="1" smtClean="0">
                        <a:latin typeface="Cambria Math" panose="02040503050406030204" pitchFamily="18" charset="0"/>
                      </a:rPr>
                      <m:t>+</m:t>
                    </m:r>
                    <m:sSup>
                      <m:sSupPr>
                        <m:ctrlPr>
                          <a:rPr lang="en-US" altLang="zh-TW" sz="4000" i="1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altLang="zh-TW" sz="4000" b="0" i="1" smtClean="0">
                            <a:latin typeface="Cambria Math" panose="02040503050406030204" pitchFamily="18" charset="0"/>
                          </a:rPr>
                          <m:t>(</m:t>
                        </m:r>
                        <m:sSub>
                          <m:sSubPr>
                            <m:ctrlPr>
                              <a:rPr lang="en-US" altLang="zh-TW" sz="4000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zh-TW" sz="4000" b="0" i="1" smtClean="0"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  <m:sub>
                            <m:r>
                              <a:rPr lang="en-US" altLang="zh-TW" sz="4000" b="0" i="1" smtClean="0">
                                <a:latin typeface="Cambria Math" panose="02040503050406030204" pitchFamily="18" charset="0"/>
                              </a:rPr>
                              <m:t>2</m:t>
                            </m:r>
                          </m:sub>
                        </m:sSub>
                        <m:r>
                          <a:rPr lang="en-US" altLang="zh-TW" sz="4000" b="0" i="1" smtClean="0">
                            <a:latin typeface="Cambria Math" panose="02040503050406030204" pitchFamily="18" charset="0"/>
                          </a:rPr>
                          <m:t>−3)</m:t>
                        </m:r>
                      </m:e>
                      <m:sup>
                        <m:r>
                          <a:rPr lang="en-US" altLang="zh-TW" sz="4000" b="0" i="1" smtClean="0">
                            <a:latin typeface="Cambria Math" panose="02040503050406030204" pitchFamily="18" charset="0"/>
                          </a:rPr>
                          <m:t>4</m:t>
                        </m:r>
                      </m:sup>
                    </m:sSup>
                    <m:r>
                      <a:rPr lang="en-US" altLang="zh-TW" sz="4000" b="0" i="1" smtClean="0">
                        <a:latin typeface="Cambria Math" panose="02040503050406030204" pitchFamily="18" charset="0"/>
                      </a:rPr>
                      <m:t>+</m:t>
                    </m:r>
                    <m:sSup>
                      <m:sSupPr>
                        <m:ctrlPr>
                          <a:rPr lang="en-US" altLang="zh-TW" sz="4000" i="1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altLang="zh-TW" sz="4000" b="0" i="1" smtClean="0">
                            <a:latin typeface="Cambria Math" panose="02040503050406030204" pitchFamily="18" charset="0"/>
                          </a:rPr>
                          <m:t>(</m:t>
                        </m:r>
                        <m:sSub>
                          <m:sSubPr>
                            <m:ctrlPr>
                              <a:rPr lang="en-US" altLang="zh-TW" sz="4000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zh-TW" sz="4000" b="0" i="1" smtClean="0"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  <m:sub>
                            <m:r>
                              <a:rPr lang="en-US" altLang="zh-TW" sz="4000" b="0" i="1" smtClean="0">
                                <a:latin typeface="Cambria Math" panose="02040503050406030204" pitchFamily="18" charset="0"/>
                              </a:rPr>
                              <m:t>3</m:t>
                            </m:r>
                          </m:sub>
                        </m:sSub>
                        <m:r>
                          <a:rPr lang="en-US" altLang="zh-TW" sz="4000" b="0" i="1" smtClean="0">
                            <a:latin typeface="Cambria Math" panose="02040503050406030204" pitchFamily="18" charset="0"/>
                          </a:rPr>
                          <m:t>−1)</m:t>
                        </m:r>
                      </m:e>
                      <m:sup>
                        <m:r>
                          <a:rPr lang="en-US" altLang="zh-TW" sz="4000" b="0" i="1" smtClean="0"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a:rPr lang="en-US" altLang="zh-TW" sz="4000" b="0" i="1" smtClean="0">
                        <a:latin typeface="Cambria Math" panose="02040503050406030204" pitchFamily="18" charset="0"/>
                      </a:rPr>
                      <m:t>+3</m:t>
                    </m:r>
                  </m:oMath>
                </a14:m>
                <a:endParaRPr lang="en-US" altLang="zh-TW" sz="4000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</mc:Choice>
        <mc:Fallback>
          <p:sp>
            <p:nvSpPr>
              <p:cNvPr id="10" name="矩形 9">
                <a:extLst>
                  <a:ext uri="{FF2B5EF4-FFF2-40B4-BE49-F238E27FC236}">
                    <a16:creationId xmlns:a16="http://schemas.microsoft.com/office/drawing/2014/main" id="{0F5C27B8-0279-41F2-95D0-65E52814B2F9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54943" y="1363524"/>
                <a:ext cx="11317932" cy="707886"/>
              </a:xfrm>
              <a:prstGeom prst="rect">
                <a:avLst/>
              </a:prstGeom>
              <a:blipFill>
                <a:blip r:embed="rId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3" name="矩形 2">
            <a:extLst>
              <a:ext uri="{FF2B5EF4-FFF2-40B4-BE49-F238E27FC236}">
                <a16:creationId xmlns:a16="http://schemas.microsoft.com/office/drawing/2014/main" id="{E7866A17-49F6-49E1-89D3-E109BF5EDD31}"/>
              </a:ext>
            </a:extLst>
          </p:cNvPr>
          <p:cNvSpPr/>
          <p:nvPr/>
        </p:nvSpPr>
        <p:spPr>
          <a:xfrm>
            <a:off x="2764785" y="3119338"/>
            <a:ext cx="1504950" cy="87630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TW" sz="4000" dirty="0"/>
              <a:t>2</a:t>
            </a:r>
            <a:endParaRPr lang="zh-TW" altLang="en-US" sz="4000" dirty="0"/>
          </a:p>
        </p:txBody>
      </p:sp>
      <p:sp>
        <p:nvSpPr>
          <p:cNvPr id="22" name="矩形 21">
            <a:extLst>
              <a:ext uri="{FF2B5EF4-FFF2-40B4-BE49-F238E27FC236}">
                <a16:creationId xmlns:a16="http://schemas.microsoft.com/office/drawing/2014/main" id="{B51CB741-9C0C-410C-9509-C79ED3DBF85F}"/>
              </a:ext>
            </a:extLst>
          </p:cNvPr>
          <p:cNvSpPr/>
          <p:nvPr/>
        </p:nvSpPr>
        <p:spPr>
          <a:xfrm>
            <a:off x="4728612" y="3128863"/>
            <a:ext cx="1504950" cy="87630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TW" sz="4000" dirty="0"/>
              <a:t>2</a:t>
            </a:r>
            <a:endParaRPr lang="zh-TW" altLang="en-US" sz="4000" dirty="0"/>
          </a:p>
        </p:txBody>
      </p:sp>
      <p:sp>
        <p:nvSpPr>
          <p:cNvPr id="23" name="矩形 22">
            <a:extLst>
              <a:ext uri="{FF2B5EF4-FFF2-40B4-BE49-F238E27FC236}">
                <a16:creationId xmlns:a16="http://schemas.microsoft.com/office/drawing/2014/main" id="{C7C97C81-D78A-43E3-9CBB-17D3C4618984}"/>
              </a:ext>
            </a:extLst>
          </p:cNvPr>
          <p:cNvSpPr/>
          <p:nvPr/>
        </p:nvSpPr>
        <p:spPr>
          <a:xfrm>
            <a:off x="6793719" y="3128863"/>
            <a:ext cx="1504950" cy="876300"/>
          </a:xfrm>
          <a:prstGeom prst="rect">
            <a:avLst/>
          </a:prstGeom>
          <a:solidFill>
            <a:srgbClr val="00B05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TW" sz="4000" dirty="0"/>
              <a:t>1</a:t>
            </a:r>
            <a:endParaRPr lang="zh-TW" altLang="en-US" sz="4000" dirty="0"/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30" name="文字方塊 29">
                <a:extLst>
                  <a:ext uri="{FF2B5EF4-FFF2-40B4-BE49-F238E27FC236}">
                    <a16:creationId xmlns:a16="http://schemas.microsoft.com/office/drawing/2014/main" id="{C88827B5-CCBB-4D6E-9D39-A339CAE1CB94}"/>
                  </a:ext>
                </a:extLst>
              </p:cNvPr>
              <p:cNvSpPr txBox="1"/>
              <p:nvPr/>
            </p:nvSpPr>
            <p:spPr>
              <a:xfrm>
                <a:off x="6828183" y="2216001"/>
                <a:ext cx="6096000" cy="707886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TW" sz="4000" b="0" i="1" smtClean="0">
                          <a:latin typeface="Cambria Math" panose="02040503050406030204" pitchFamily="18" charset="0"/>
                        </a:rPr>
                        <m:t>𝑓</m:t>
                      </m:r>
                      <m:r>
                        <a:rPr lang="en-US" altLang="zh-TW" sz="4000" b="0" i="1" smtClean="0">
                          <a:latin typeface="Cambria Math" panose="02040503050406030204" pitchFamily="18" charset="0"/>
                        </a:rPr>
                        <m:t>(</m:t>
                      </m:r>
                      <m:r>
                        <a:rPr lang="en-US" altLang="zh-TW" sz="4000" b="0" i="1" smtClean="0">
                          <a:latin typeface="Cambria Math" panose="02040503050406030204" pitchFamily="18" charset="0"/>
                        </a:rPr>
                        <m:t>𝑥</m:t>
                      </m:r>
                      <m:r>
                        <a:rPr lang="en-US" altLang="zh-TW" sz="4000" b="0" i="1" smtClean="0">
                          <a:latin typeface="Cambria Math" panose="02040503050406030204" pitchFamily="18" charset="0"/>
                        </a:rPr>
                        <m:t>)</m:t>
                      </m:r>
                    </m:oMath>
                  </m:oMathPara>
                </a14:m>
                <a:endParaRPr lang="zh-TW" altLang="en-US" sz="4000" dirty="0"/>
              </a:p>
            </p:txBody>
          </p:sp>
        </mc:Choice>
        <mc:Fallback>
          <p:sp>
            <p:nvSpPr>
              <p:cNvPr id="30" name="文字方塊 29">
                <a:extLst>
                  <a:ext uri="{FF2B5EF4-FFF2-40B4-BE49-F238E27FC236}">
                    <a16:creationId xmlns:a16="http://schemas.microsoft.com/office/drawing/2014/main" id="{C88827B5-CCBB-4D6E-9D39-A339CAE1CB94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828183" y="2216001"/>
                <a:ext cx="6096000" cy="707886"/>
              </a:xfrm>
              <a:prstGeom prst="rect">
                <a:avLst/>
              </a:prstGeom>
              <a:blipFill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33" name="文字方塊 32">
                <a:extLst>
                  <a:ext uri="{FF2B5EF4-FFF2-40B4-BE49-F238E27FC236}">
                    <a16:creationId xmlns:a16="http://schemas.microsoft.com/office/drawing/2014/main" id="{2A837530-8331-4A27-A1B1-AA564A2B1F0A}"/>
                  </a:ext>
                </a:extLst>
              </p:cNvPr>
              <p:cNvSpPr txBox="1"/>
              <p:nvPr/>
            </p:nvSpPr>
            <p:spPr>
              <a:xfrm>
                <a:off x="6828183" y="3213070"/>
                <a:ext cx="6096000" cy="707886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TW" sz="4000" b="0" i="1" smtClean="0">
                          <a:latin typeface="Cambria Math" panose="02040503050406030204" pitchFamily="18" charset="0"/>
                        </a:rPr>
                        <m:t>4</m:t>
                      </m:r>
                    </m:oMath>
                  </m:oMathPara>
                </a14:m>
                <a:endParaRPr lang="zh-TW" altLang="en-US" sz="4000" dirty="0"/>
              </a:p>
            </p:txBody>
          </p:sp>
        </mc:Choice>
        <mc:Fallback>
          <p:sp>
            <p:nvSpPr>
              <p:cNvPr id="33" name="文字方塊 32">
                <a:extLst>
                  <a:ext uri="{FF2B5EF4-FFF2-40B4-BE49-F238E27FC236}">
                    <a16:creationId xmlns:a16="http://schemas.microsoft.com/office/drawing/2014/main" id="{2A837530-8331-4A27-A1B1-AA564A2B1F0A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828183" y="3213070"/>
                <a:ext cx="6096000" cy="707886"/>
              </a:xfrm>
              <a:prstGeom prst="rect">
                <a:avLst/>
              </a:prstGeom>
              <a:blipFill>
                <a:blip r:embed="rId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" name="文字方塊 1">
            <a:extLst>
              <a:ext uri="{FF2B5EF4-FFF2-40B4-BE49-F238E27FC236}">
                <a16:creationId xmlns:a16="http://schemas.microsoft.com/office/drawing/2014/main" id="{E0820C16-6654-4C5B-A4DD-E9CB3095341B}"/>
              </a:ext>
            </a:extLst>
          </p:cNvPr>
          <p:cNvSpPr txBox="1"/>
          <p:nvPr/>
        </p:nvSpPr>
        <p:spPr>
          <a:xfrm>
            <a:off x="628650" y="315596"/>
            <a:ext cx="2398734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sz="4000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Crossover</a:t>
            </a:r>
            <a:endParaRPr lang="zh-TW" altLang="en-US" sz="4000" b="1" dirty="0">
              <a:solidFill>
                <a:srgbClr val="FF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6" name="圖片 5">
            <a:extLst>
              <a:ext uri="{FF2B5EF4-FFF2-40B4-BE49-F238E27FC236}">
                <a16:creationId xmlns:a16="http://schemas.microsoft.com/office/drawing/2014/main" id="{0C9E0D36-B7AF-4FEE-86AE-C089F0DFE14E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96000" y="2923887"/>
            <a:ext cx="1741812" cy="1195487"/>
          </a:xfrm>
          <a:prstGeom prst="rect">
            <a:avLst/>
          </a:prstGeom>
        </p:spPr>
      </p:pic>
      <p:pic>
        <p:nvPicPr>
          <p:cNvPr id="11" name="圖片 10">
            <a:extLst>
              <a:ext uri="{FF2B5EF4-FFF2-40B4-BE49-F238E27FC236}">
                <a16:creationId xmlns:a16="http://schemas.microsoft.com/office/drawing/2014/main" id="{AAC9B3A6-FB6B-49EB-9361-40E85845CB43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28650" y="4676861"/>
            <a:ext cx="1474890" cy="1747606"/>
          </a:xfrm>
          <a:prstGeom prst="rect">
            <a:avLst/>
          </a:prstGeom>
        </p:spPr>
      </p:pic>
      <p:sp>
        <p:nvSpPr>
          <p:cNvPr id="12" name="矩形 11">
            <a:extLst>
              <a:ext uri="{FF2B5EF4-FFF2-40B4-BE49-F238E27FC236}">
                <a16:creationId xmlns:a16="http://schemas.microsoft.com/office/drawing/2014/main" id="{54EA549B-9AB4-475E-AB21-70F69A9254F3}"/>
              </a:ext>
            </a:extLst>
          </p:cNvPr>
          <p:cNvSpPr/>
          <p:nvPr/>
        </p:nvSpPr>
        <p:spPr>
          <a:xfrm>
            <a:off x="2764785" y="5024585"/>
            <a:ext cx="1504950" cy="87630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TW" sz="4000" dirty="0"/>
              <a:t>1</a:t>
            </a:r>
            <a:endParaRPr lang="zh-TW" altLang="en-US" sz="4000" dirty="0"/>
          </a:p>
        </p:txBody>
      </p:sp>
      <p:sp>
        <p:nvSpPr>
          <p:cNvPr id="13" name="矩形 12">
            <a:extLst>
              <a:ext uri="{FF2B5EF4-FFF2-40B4-BE49-F238E27FC236}">
                <a16:creationId xmlns:a16="http://schemas.microsoft.com/office/drawing/2014/main" id="{6E6563A1-7258-4F65-887F-C4E035AA9D03}"/>
              </a:ext>
            </a:extLst>
          </p:cNvPr>
          <p:cNvSpPr/>
          <p:nvPr/>
        </p:nvSpPr>
        <p:spPr>
          <a:xfrm>
            <a:off x="4728612" y="5038598"/>
            <a:ext cx="1504950" cy="87630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TW" sz="4000" dirty="0"/>
              <a:t>3</a:t>
            </a:r>
            <a:endParaRPr lang="zh-TW" altLang="en-US" sz="4000" dirty="0"/>
          </a:p>
        </p:txBody>
      </p:sp>
      <p:sp>
        <p:nvSpPr>
          <p:cNvPr id="14" name="矩形 13">
            <a:extLst>
              <a:ext uri="{FF2B5EF4-FFF2-40B4-BE49-F238E27FC236}">
                <a16:creationId xmlns:a16="http://schemas.microsoft.com/office/drawing/2014/main" id="{ECC69AC6-0C0D-492A-9179-F4988966683C}"/>
              </a:ext>
            </a:extLst>
          </p:cNvPr>
          <p:cNvSpPr/>
          <p:nvPr/>
        </p:nvSpPr>
        <p:spPr>
          <a:xfrm>
            <a:off x="6793719" y="5024585"/>
            <a:ext cx="1504950" cy="876300"/>
          </a:xfrm>
          <a:prstGeom prst="rect">
            <a:avLst/>
          </a:prstGeom>
          <a:solidFill>
            <a:srgbClr val="FF000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TW" sz="4000" dirty="0"/>
              <a:t>4</a:t>
            </a:r>
            <a:endParaRPr lang="zh-TW" altLang="en-US" sz="4000" dirty="0"/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15" name="文字方塊 14">
                <a:extLst>
                  <a:ext uri="{FF2B5EF4-FFF2-40B4-BE49-F238E27FC236}">
                    <a16:creationId xmlns:a16="http://schemas.microsoft.com/office/drawing/2014/main" id="{770BC27D-D5F3-4055-9058-A9E1B171A372}"/>
                  </a:ext>
                </a:extLst>
              </p:cNvPr>
              <p:cNvSpPr txBox="1"/>
              <p:nvPr/>
            </p:nvSpPr>
            <p:spPr>
              <a:xfrm>
                <a:off x="6815022" y="5056326"/>
                <a:ext cx="6096000" cy="707886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TW" sz="4000" b="0" i="1" smtClean="0">
                          <a:latin typeface="Cambria Math" panose="02040503050406030204" pitchFamily="18" charset="0"/>
                        </a:rPr>
                        <m:t>13</m:t>
                      </m:r>
                    </m:oMath>
                  </m:oMathPara>
                </a14:m>
                <a:endParaRPr lang="zh-TW" altLang="en-US" sz="4000" dirty="0"/>
              </a:p>
            </p:txBody>
          </p:sp>
        </mc:Choice>
        <mc:Fallback>
          <p:sp>
            <p:nvSpPr>
              <p:cNvPr id="15" name="文字方塊 14">
                <a:extLst>
                  <a:ext uri="{FF2B5EF4-FFF2-40B4-BE49-F238E27FC236}">
                    <a16:creationId xmlns:a16="http://schemas.microsoft.com/office/drawing/2014/main" id="{770BC27D-D5F3-4055-9058-A9E1B171A372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815022" y="5056326"/>
                <a:ext cx="6096000" cy="707886"/>
              </a:xfrm>
              <a:prstGeom prst="rect">
                <a:avLst/>
              </a:prstGeom>
              <a:blipFill>
                <a:blip r:embed="rId7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7" name="直線接點 6">
            <a:extLst>
              <a:ext uri="{FF2B5EF4-FFF2-40B4-BE49-F238E27FC236}">
                <a16:creationId xmlns:a16="http://schemas.microsoft.com/office/drawing/2014/main" id="{2DE22E09-C828-4CAA-9257-8BFC6C2850E3}"/>
              </a:ext>
            </a:extLst>
          </p:cNvPr>
          <p:cNvCxnSpPr/>
          <p:nvPr/>
        </p:nvCxnSpPr>
        <p:spPr>
          <a:xfrm>
            <a:off x="6477000" y="2686050"/>
            <a:ext cx="0" cy="3514725"/>
          </a:xfrm>
          <a:prstGeom prst="line">
            <a:avLst/>
          </a:prstGeom>
          <a:ln w="44450"/>
        </p:spPr>
        <p:style>
          <a:lnRef idx="3">
            <a:schemeClr val="accent2"/>
          </a:lnRef>
          <a:fillRef idx="0">
            <a:schemeClr val="accent2"/>
          </a:fillRef>
          <a:effectRef idx="2">
            <a:schemeClr val="accent2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519822808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橢圓 15">
            <a:extLst>
              <a:ext uri="{FF2B5EF4-FFF2-40B4-BE49-F238E27FC236}">
                <a16:creationId xmlns:a16="http://schemas.microsoft.com/office/drawing/2014/main" id="{08112759-514A-4198-8B97-B3DB34CE8C2A}"/>
              </a:ext>
            </a:extLst>
          </p:cNvPr>
          <p:cNvSpPr/>
          <p:nvPr/>
        </p:nvSpPr>
        <p:spPr>
          <a:xfrm>
            <a:off x="9418983" y="4972119"/>
            <a:ext cx="914400" cy="876300"/>
          </a:xfrm>
          <a:prstGeom prst="ellipse">
            <a:avLst/>
          </a:prstGeom>
          <a:ln w="44450">
            <a:solidFill>
              <a:srgbClr val="FF0000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zh-TW" altLang="en-US" dirty="0"/>
          </a:p>
        </p:txBody>
      </p:sp>
      <p:sp>
        <p:nvSpPr>
          <p:cNvPr id="4" name="橢圓 3">
            <a:extLst>
              <a:ext uri="{FF2B5EF4-FFF2-40B4-BE49-F238E27FC236}">
                <a16:creationId xmlns:a16="http://schemas.microsoft.com/office/drawing/2014/main" id="{0400CF70-4858-4E2F-B9C5-92D2002D905D}"/>
              </a:ext>
            </a:extLst>
          </p:cNvPr>
          <p:cNvSpPr/>
          <p:nvPr/>
        </p:nvSpPr>
        <p:spPr>
          <a:xfrm>
            <a:off x="9418983" y="3119338"/>
            <a:ext cx="914400" cy="876300"/>
          </a:xfrm>
          <a:prstGeom prst="ellipse">
            <a:avLst/>
          </a:prstGeom>
          <a:ln w="44450">
            <a:solidFill>
              <a:srgbClr val="FF0000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zh-TW" altLang="en-US" dirty="0"/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10" name="矩形 9">
                <a:extLst>
                  <a:ext uri="{FF2B5EF4-FFF2-40B4-BE49-F238E27FC236}">
                    <a16:creationId xmlns:a16="http://schemas.microsoft.com/office/drawing/2014/main" id="{0F5C27B8-0279-41F2-95D0-65E52814B2F9}"/>
                  </a:ext>
                </a:extLst>
              </p:cNvPr>
              <p:cNvSpPr/>
              <p:nvPr/>
            </p:nvSpPr>
            <p:spPr>
              <a:xfrm>
                <a:off x="254943" y="1363524"/>
                <a:ext cx="11317932" cy="707886"/>
              </a:xfrm>
              <a:prstGeom prst="rect">
                <a:avLst/>
              </a:prstGeom>
            </p:spPr>
            <p:txBody>
              <a:bodyPr wrap="square">
                <a:spAutoFit/>
              </a:bodyPr>
              <a:lstStyle/>
              <a:p>
                <a:pPr algn="ctr"/>
                <a:r>
                  <a:rPr lang="en-US" altLang="zh-TW" sz="40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TW" sz="400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TW" sz="4000" b="0" i="1" smtClean="0">
                            <a:latin typeface="Cambria Math" panose="02040503050406030204" pitchFamily="18" charset="0"/>
                          </a:rPr>
                          <m:t>𝑀𝑖𝑛</m:t>
                        </m:r>
                        <m:r>
                          <a:rPr lang="en-US" altLang="zh-TW" sz="4000" b="0" i="1" smtClean="0">
                            <a:latin typeface="Cambria Math" panose="02040503050406030204" pitchFamily="18" charset="0"/>
                          </a:rPr>
                          <m:t> </m:t>
                        </m:r>
                        <m:r>
                          <a:rPr lang="en-US" altLang="zh-TW" sz="4000" b="0" i="1" smtClean="0">
                            <a:latin typeface="Cambria Math" panose="02040503050406030204" pitchFamily="18" charset="0"/>
                          </a:rPr>
                          <m:t>𝑓</m:t>
                        </m:r>
                        <m:r>
                          <a:rPr lang="en-US" altLang="zh-TW" sz="4000" b="0" i="1" smtClean="0">
                            <a:latin typeface="Cambria Math" panose="02040503050406030204" pitchFamily="18" charset="0"/>
                          </a:rPr>
                          <m:t>(</m:t>
                        </m:r>
                        <m:r>
                          <a:rPr lang="en-US" altLang="zh-TW" sz="4000" b="0" i="1" smtClean="0">
                            <a:latin typeface="Cambria Math" panose="02040503050406030204" pitchFamily="18" charset="0"/>
                          </a:rPr>
                          <m:t>𝑥</m:t>
                        </m:r>
                        <m:r>
                          <a:rPr lang="en-US" altLang="zh-TW" sz="4000" b="0" i="1" smtClean="0">
                            <a:latin typeface="Cambria Math" panose="02040503050406030204" pitchFamily="18" charset="0"/>
                          </a:rPr>
                          <m:t>)</m:t>
                        </m:r>
                      </m:e>
                      <m:sub>
                        <m:r>
                          <a:rPr lang="en-US" altLang="zh-TW" sz="4000" i="1" smtClean="0">
                            <a:latin typeface="Cambria Math" panose="02040503050406030204" pitchFamily="18" charset="0"/>
                          </a:rPr>
                          <m:t> </m:t>
                        </m:r>
                      </m:sub>
                    </m:sSub>
                    <m:r>
                      <a:rPr lang="en-US" altLang="zh-TW" sz="4000" i="1" smtClean="0">
                        <a:latin typeface="Cambria Math" panose="02040503050406030204" pitchFamily="18" charset="0"/>
                      </a:rPr>
                      <m:t>=</m:t>
                    </m:r>
                    <m:sSup>
                      <m:sSupPr>
                        <m:ctrlPr>
                          <a:rPr lang="en-US" altLang="zh-TW" sz="4000" i="1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altLang="zh-TW" sz="4000" b="0" i="1" smtClean="0">
                            <a:latin typeface="Cambria Math" panose="02040503050406030204" pitchFamily="18" charset="0"/>
                          </a:rPr>
                          <m:t>(</m:t>
                        </m:r>
                        <m:sSub>
                          <m:sSubPr>
                            <m:ctrlPr>
                              <a:rPr lang="en-US" altLang="zh-TW" sz="4000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zh-TW" sz="4000" b="0" i="1" smtClean="0"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  <m:sub>
                            <m:r>
                              <a:rPr lang="en-US" altLang="zh-TW" sz="4000" b="0" i="1" smtClean="0">
                                <a:latin typeface="Cambria Math" panose="02040503050406030204" pitchFamily="18" charset="0"/>
                              </a:rPr>
                              <m:t>1</m:t>
                            </m:r>
                          </m:sub>
                        </m:sSub>
                        <m:r>
                          <a:rPr lang="en-US" altLang="zh-TW" sz="4000" b="0" i="1" smtClean="0">
                            <a:latin typeface="Cambria Math" panose="02040503050406030204" pitchFamily="18" charset="0"/>
                          </a:rPr>
                          <m:t>−2)</m:t>
                        </m:r>
                      </m:e>
                      <m:sup>
                        <m:r>
                          <a:rPr lang="en-US" altLang="zh-TW" sz="4000" b="0" i="1" smtClean="0"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a:rPr lang="en-US" altLang="zh-TW" sz="4000" b="0" i="1" smtClean="0">
                        <a:latin typeface="Cambria Math" panose="02040503050406030204" pitchFamily="18" charset="0"/>
                      </a:rPr>
                      <m:t>+</m:t>
                    </m:r>
                    <m:sSup>
                      <m:sSupPr>
                        <m:ctrlPr>
                          <a:rPr lang="en-US" altLang="zh-TW" sz="4000" i="1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altLang="zh-TW" sz="4000" b="0" i="1" smtClean="0">
                            <a:latin typeface="Cambria Math" panose="02040503050406030204" pitchFamily="18" charset="0"/>
                          </a:rPr>
                          <m:t>(</m:t>
                        </m:r>
                        <m:sSub>
                          <m:sSubPr>
                            <m:ctrlPr>
                              <a:rPr lang="en-US" altLang="zh-TW" sz="4000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zh-TW" sz="4000" b="0" i="1" smtClean="0"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  <m:sub>
                            <m:r>
                              <a:rPr lang="en-US" altLang="zh-TW" sz="4000" b="0" i="1" smtClean="0">
                                <a:latin typeface="Cambria Math" panose="02040503050406030204" pitchFamily="18" charset="0"/>
                              </a:rPr>
                              <m:t>2</m:t>
                            </m:r>
                          </m:sub>
                        </m:sSub>
                        <m:r>
                          <a:rPr lang="en-US" altLang="zh-TW" sz="4000" b="0" i="1" smtClean="0">
                            <a:latin typeface="Cambria Math" panose="02040503050406030204" pitchFamily="18" charset="0"/>
                          </a:rPr>
                          <m:t>−3)</m:t>
                        </m:r>
                      </m:e>
                      <m:sup>
                        <m:r>
                          <a:rPr lang="en-US" altLang="zh-TW" sz="4000" b="0" i="1" smtClean="0">
                            <a:latin typeface="Cambria Math" panose="02040503050406030204" pitchFamily="18" charset="0"/>
                          </a:rPr>
                          <m:t>4</m:t>
                        </m:r>
                      </m:sup>
                    </m:sSup>
                    <m:r>
                      <a:rPr lang="en-US" altLang="zh-TW" sz="4000" b="0" i="1" smtClean="0">
                        <a:latin typeface="Cambria Math" panose="02040503050406030204" pitchFamily="18" charset="0"/>
                      </a:rPr>
                      <m:t>+</m:t>
                    </m:r>
                    <m:sSup>
                      <m:sSupPr>
                        <m:ctrlPr>
                          <a:rPr lang="en-US" altLang="zh-TW" sz="4000" i="1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altLang="zh-TW" sz="4000" b="0" i="1" smtClean="0">
                            <a:latin typeface="Cambria Math" panose="02040503050406030204" pitchFamily="18" charset="0"/>
                          </a:rPr>
                          <m:t>(</m:t>
                        </m:r>
                        <m:sSub>
                          <m:sSubPr>
                            <m:ctrlPr>
                              <a:rPr lang="en-US" altLang="zh-TW" sz="4000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zh-TW" sz="4000" b="0" i="1" smtClean="0"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  <m:sub>
                            <m:r>
                              <a:rPr lang="en-US" altLang="zh-TW" sz="4000" b="0" i="1" smtClean="0">
                                <a:latin typeface="Cambria Math" panose="02040503050406030204" pitchFamily="18" charset="0"/>
                              </a:rPr>
                              <m:t>3</m:t>
                            </m:r>
                          </m:sub>
                        </m:sSub>
                        <m:r>
                          <a:rPr lang="en-US" altLang="zh-TW" sz="4000" b="0" i="1" smtClean="0">
                            <a:latin typeface="Cambria Math" panose="02040503050406030204" pitchFamily="18" charset="0"/>
                          </a:rPr>
                          <m:t>−1)</m:t>
                        </m:r>
                      </m:e>
                      <m:sup>
                        <m:r>
                          <a:rPr lang="en-US" altLang="zh-TW" sz="4000" b="0" i="1" smtClean="0"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a:rPr lang="en-US" altLang="zh-TW" sz="4000" b="0" i="1" smtClean="0">
                        <a:latin typeface="Cambria Math" panose="02040503050406030204" pitchFamily="18" charset="0"/>
                      </a:rPr>
                      <m:t>+3</m:t>
                    </m:r>
                  </m:oMath>
                </a14:m>
                <a:endParaRPr lang="en-US" altLang="zh-TW" sz="4000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</mc:Choice>
        <mc:Fallback>
          <p:sp>
            <p:nvSpPr>
              <p:cNvPr id="10" name="矩形 9">
                <a:extLst>
                  <a:ext uri="{FF2B5EF4-FFF2-40B4-BE49-F238E27FC236}">
                    <a16:creationId xmlns:a16="http://schemas.microsoft.com/office/drawing/2014/main" id="{0F5C27B8-0279-41F2-95D0-65E52814B2F9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54943" y="1363524"/>
                <a:ext cx="11317932" cy="707886"/>
              </a:xfrm>
              <a:prstGeom prst="rect">
                <a:avLst/>
              </a:prstGeom>
              <a:blipFill>
                <a:blip r:embed="rId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3" name="矩形 2">
            <a:extLst>
              <a:ext uri="{FF2B5EF4-FFF2-40B4-BE49-F238E27FC236}">
                <a16:creationId xmlns:a16="http://schemas.microsoft.com/office/drawing/2014/main" id="{E7866A17-49F6-49E1-89D3-E109BF5EDD31}"/>
              </a:ext>
            </a:extLst>
          </p:cNvPr>
          <p:cNvSpPr/>
          <p:nvPr/>
        </p:nvSpPr>
        <p:spPr>
          <a:xfrm>
            <a:off x="2764785" y="3119338"/>
            <a:ext cx="1504950" cy="87630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TW" sz="4000" dirty="0"/>
              <a:t>2</a:t>
            </a:r>
            <a:endParaRPr lang="zh-TW" altLang="en-US" sz="4000" dirty="0"/>
          </a:p>
        </p:txBody>
      </p:sp>
      <p:sp>
        <p:nvSpPr>
          <p:cNvPr id="22" name="矩形 21">
            <a:extLst>
              <a:ext uri="{FF2B5EF4-FFF2-40B4-BE49-F238E27FC236}">
                <a16:creationId xmlns:a16="http://schemas.microsoft.com/office/drawing/2014/main" id="{B51CB741-9C0C-410C-9509-C79ED3DBF85F}"/>
              </a:ext>
            </a:extLst>
          </p:cNvPr>
          <p:cNvSpPr/>
          <p:nvPr/>
        </p:nvSpPr>
        <p:spPr>
          <a:xfrm>
            <a:off x="4728612" y="3128863"/>
            <a:ext cx="1504950" cy="87630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TW" sz="4000" dirty="0"/>
              <a:t>2</a:t>
            </a:r>
            <a:endParaRPr lang="zh-TW" altLang="en-US" sz="4000" dirty="0"/>
          </a:p>
        </p:txBody>
      </p:sp>
      <p:sp>
        <p:nvSpPr>
          <p:cNvPr id="23" name="矩形 22">
            <a:extLst>
              <a:ext uri="{FF2B5EF4-FFF2-40B4-BE49-F238E27FC236}">
                <a16:creationId xmlns:a16="http://schemas.microsoft.com/office/drawing/2014/main" id="{C7C97C81-D78A-43E3-9CBB-17D3C4618984}"/>
              </a:ext>
            </a:extLst>
          </p:cNvPr>
          <p:cNvSpPr/>
          <p:nvPr/>
        </p:nvSpPr>
        <p:spPr>
          <a:xfrm>
            <a:off x="6860535" y="5075376"/>
            <a:ext cx="1504950" cy="876300"/>
          </a:xfrm>
          <a:prstGeom prst="rect">
            <a:avLst/>
          </a:prstGeom>
          <a:solidFill>
            <a:srgbClr val="00B05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TW" sz="4000" dirty="0"/>
              <a:t>1</a:t>
            </a:r>
            <a:endParaRPr lang="zh-TW" altLang="en-US" sz="4000" dirty="0"/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30" name="文字方塊 29">
                <a:extLst>
                  <a:ext uri="{FF2B5EF4-FFF2-40B4-BE49-F238E27FC236}">
                    <a16:creationId xmlns:a16="http://schemas.microsoft.com/office/drawing/2014/main" id="{C88827B5-CCBB-4D6E-9D39-A339CAE1CB94}"/>
                  </a:ext>
                </a:extLst>
              </p:cNvPr>
              <p:cNvSpPr txBox="1"/>
              <p:nvPr/>
            </p:nvSpPr>
            <p:spPr>
              <a:xfrm>
                <a:off x="6828183" y="2216001"/>
                <a:ext cx="6096000" cy="707886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TW" sz="4000" b="0" i="1" smtClean="0">
                          <a:latin typeface="Cambria Math" panose="02040503050406030204" pitchFamily="18" charset="0"/>
                        </a:rPr>
                        <m:t>𝑓</m:t>
                      </m:r>
                      <m:r>
                        <a:rPr lang="en-US" altLang="zh-TW" sz="4000" b="0" i="1" smtClean="0">
                          <a:latin typeface="Cambria Math" panose="02040503050406030204" pitchFamily="18" charset="0"/>
                        </a:rPr>
                        <m:t>(</m:t>
                      </m:r>
                      <m:r>
                        <a:rPr lang="en-US" altLang="zh-TW" sz="4000" b="0" i="1" smtClean="0">
                          <a:latin typeface="Cambria Math" panose="02040503050406030204" pitchFamily="18" charset="0"/>
                        </a:rPr>
                        <m:t>𝑥</m:t>
                      </m:r>
                      <m:r>
                        <a:rPr lang="en-US" altLang="zh-TW" sz="4000" b="0" i="1" smtClean="0">
                          <a:latin typeface="Cambria Math" panose="02040503050406030204" pitchFamily="18" charset="0"/>
                        </a:rPr>
                        <m:t>)</m:t>
                      </m:r>
                    </m:oMath>
                  </m:oMathPara>
                </a14:m>
                <a:endParaRPr lang="zh-TW" altLang="en-US" sz="4000" dirty="0"/>
              </a:p>
            </p:txBody>
          </p:sp>
        </mc:Choice>
        <mc:Fallback>
          <p:sp>
            <p:nvSpPr>
              <p:cNvPr id="30" name="文字方塊 29">
                <a:extLst>
                  <a:ext uri="{FF2B5EF4-FFF2-40B4-BE49-F238E27FC236}">
                    <a16:creationId xmlns:a16="http://schemas.microsoft.com/office/drawing/2014/main" id="{C88827B5-CCBB-4D6E-9D39-A339CAE1CB94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828183" y="2216001"/>
                <a:ext cx="6096000" cy="707886"/>
              </a:xfrm>
              <a:prstGeom prst="rect">
                <a:avLst/>
              </a:prstGeom>
              <a:blipFill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" name="文字方塊 1">
            <a:extLst>
              <a:ext uri="{FF2B5EF4-FFF2-40B4-BE49-F238E27FC236}">
                <a16:creationId xmlns:a16="http://schemas.microsoft.com/office/drawing/2014/main" id="{E0820C16-6654-4C5B-A4DD-E9CB3095341B}"/>
              </a:ext>
            </a:extLst>
          </p:cNvPr>
          <p:cNvSpPr txBox="1"/>
          <p:nvPr/>
        </p:nvSpPr>
        <p:spPr>
          <a:xfrm>
            <a:off x="628650" y="315596"/>
            <a:ext cx="2398734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sz="4000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Crossover</a:t>
            </a:r>
            <a:endParaRPr lang="zh-TW" altLang="en-US" sz="4000" b="1" dirty="0">
              <a:solidFill>
                <a:srgbClr val="FF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6" name="圖片 5">
            <a:extLst>
              <a:ext uri="{FF2B5EF4-FFF2-40B4-BE49-F238E27FC236}">
                <a16:creationId xmlns:a16="http://schemas.microsoft.com/office/drawing/2014/main" id="{0C9E0D36-B7AF-4FEE-86AE-C089F0DFE14E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96000" y="2923887"/>
            <a:ext cx="1741812" cy="1195487"/>
          </a:xfrm>
          <a:prstGeom prst="rect">
            <a:avLst/>
          </a:prstGeom>
        </p:spPr>
      </p:pic>
      <p:pic>
        <p:nvPicPr>
          <p:cNvPr id="11" name="圖片 10">
            <a:extLst>
              <a:ext uri="{FF2B5EF4-FFF2-40B4-BE49-F238E27FC236}">
                <a16:creationId xmlns:a16="http://schemas.microsoft.com/office/drawing/2014/main" id="{AAC9B3A6-FB6B-49EB-9361-40E85845CB43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28650" y="4676861"/>
            <a:ext cx="1474890" cy="1747606"/>
          </a:xfrm>
          <a:prstGeom prst="rect">
            <a:avLst/>
          </a:prstGeom>
        </p:spPr>
      </p:pic>
      <p:sp>
        <p:nvSpPr>
          <p:cNvPr id="12" name="矩形 11">
            <a:extLst>
              <a:ext uri="{FF2B5EF4-FFF2-40B4-BE49-F238E27FC236}">
                <a16:creationId xmlns:a16="http://schemas.microsoft.com/office/drawing/2014/main" id="{54EA549B-9AB4-475E-AB21-70F69A9254F3}"/>
              </a:ext>
            </a:extLst>
          </p:cNvPr>
          <p:cNvSpPr/>
          <p:nvPr/>
        </p:nvSpPr>
        <p:spPr>
          <a:xfrm>
            <a:off x="2764785" y="5024585"/>
            <a:ext cx="1504950" cy="87630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TW" sz="4000" dirty="0"/>
              <a:t>1</a:t>
            </a:r>
            <a:endParaRPr lang="zh-TW" altLang="en-US" sz="4000" dirty="0"/>
          </a:p>
        </p:txBody>
      </p:sp>
      <p:sp>
        <p:nvSpPr>
          <p:cNvPr id="13" name="矩形 12">
            <a:extLst>
              <a:ext uri="{FF2B5EF4-FFF2-40B4-BE49-F238E27FC236}">
                <a16:creationId xmlns:a16="http://schemas.microsoft.com/office/drawing/2014/main" id="{6E6563A1-7258-4F65-887F-C4E035AA9D03}"/>
              </a:ext>
            </a:extLst>
          </p:cNvPr>
          <p:cNvSpPr/>
          <p:nvPr/>
        </p:nvSpPr>
        <p:spPr>
          <a:xfrm>
            <a:off x="4728612" y="5038598"/>
            <a:ext cx="1504950" cy="87630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TW" sz="4000" dirty="0"/>
              <a:t>3</a:t>
            </a:r>
            <a:endParaRPr lang="zh-TW" altLang="en-US" sz="4000" dirty="0"/>
          </a:p>
        </p:txBody>
      </p:sp>
      <p:sp>
        <p:nvSpPr>
          <p:cNvPr id="14" name="矩形 13">
            <a:extLst>
              <a:ext uri="{FF2B5EF4-FFF2-40B4-BE49-F238E27FC236}">
                <a16:creationId xmlns:a16="http://schemas.microsoft.com/office/drawing/2014/main" id="{ECC69AC6-0C0D-492A-9179-F4988966683C}"/>
              </a:ext>
            </a:extLst>
          </p:cNvPr>
          <p:cNvSpPr/>
          <p:nvPr/>
        </p:nvSpPr>
        <p:spPr>
          <a:xfrm>
            <a:off x="6860535" y="3138677"/>
            <a:ext cx="1504950" cy="876300"/>
          </a:xfrm>
          <a:prstGeom prst="rect">
            <a:avLst/>
          </a:prstGeom>
          <a:solidFill>
            <a:srgbClr val="FF000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TW" sz="4000" dirty="0"/>
              <a:t>4</a:t>
            </a:r>
            <a:endParaRPr lang="zh-TW" altLang="en-US" sz="4000" dirty="0"/>
          </a:p>
        </p:txBody>
      </p:sp>
      <p:cxnSp>
        <p:nvCxnSpPr>
          <p:cNvPr id="7" name="直線接點 6">
            <a:extLst>
              <a:ext uri="{FF2B5EF4-FFF2-40B4-BE49-F238E27FC236}">
                <a16:creationId xmlns:a16="http://schemas.microsoft.com/office/drawing/2014/main" id="{2DE22E09-C828-4CAA-9257-8BFC6C2850E3}"/>
              </a:ext>
            </a:extLst>
          </p:cNvPr>
          <p:cNvCxnSpPr/>
          <p:nvPr/>
        </p:nvCxnSpPr>
        <p:spPr>
          <a:xfrm>
            <a:off x="6477000" y="2686050"/>
            <a:ext cx="0" cy="3514725"/>
          </a:xfrm>
          <a:prstGeom prst="line">
            <a:avLst/>
          </a:prstGeom>
          <a:ln w="44450"/>
        </p:spPr>
        <p:style>
          <a:lnRef idx="3">
            <a:schemeClr val="accent2"/>
          </a:lnRef>
          <a:fillRef idx="0">
            <a:schemeClr val="accent2"/>
          </a:fillRef>
          <a:effectRef idx="2">
            <a:schemeClr val="accent2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056180838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橢圓 15">
            <a:extLst>
              <a:ext uri="{FF2B5EF4-FFF2-40B4-BE49-F238E27FC236}">
                <a16:creationId xmlns:a16="http://schemas.microsoft.com/office/drawing/2014/main" id="{08112759-514A-4198-8B97-B3DB34CE8C2A}"/>
              </a:ext>
            </a:extLst>
          </p:cNvPr>
          <p:cNvSpPr/>
          <p:nvPr/>
        </p:nvSpPr>
        <p:spPr>
          <a:xfrm>
            <a:off x="9418983" y="4972119"/>
            <a:ext cx="914400" cy="876300"/>
          </a:xfrm>
          <a:prstGeom prst="ellipse">
            <a:avLst/>
          </a:prstGeom>
          <a:ln w="44450">
            <a:solidFill>
              <a:srgbClr val="FF0000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zh-TW" altLang="en-US" dirty="0"/>
          </a:p>
        </p:txBody>
      </p:sp>
      <p:sp>
        <p:nvSpPr>
          <p:cNvPr id="4" name="橢圓 3">
            <a:extLst>
              <a:ext uri="{FF2B5EF4-FFF2-40B4-BE49-F238E27FC236}">
                <a16:creationId xmlns:a16="http://schemas.microsoft.com/office/drawing/2014/main" id="{0400CF70-4858-4E2F-B9C5-92D2002D905D}"/>
              </a:ext>
            </a:extLst>
          </p:cNvPr>
          <p:cNvSpPr/>
          <p:nvPr/>
        </p:nvSpPr>
        <p:spPr>
          <a:xfrm>
            <a:off x="9418983" y="3119338"/>
            <a:ext cx="914400" cy="876300"/>
          </a:xfrm>
          <a:prstGeom prst="ellipse">
            <a:avLst/>
          </a:prstGeom>
          <a:ln w="44450">
            <a:solidFill>
              <a:srgbClr val="FF0000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zh-TW" altLang="en-US" dirty="0"/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10" name="矩形 9">
                <a:extLst>
                  <a:ext uri="{FF2B5EF4-FFF2-40B4-BE49-F238E27FC236}">
                    <a16:creationId xmlns:a16="http://schemas.microsoft.com/office/drawing/2014/main" id="{0F5C27B8-0279-41F2-95D0-65E52814B2F9}"/>
                  </a:ext>
                </a:extLst>
              </p:cNvPr>
              <p:cNvSpPr/>
              <p:nvPr/>
            </p:nvSpPr>
            <p:spPr>
              <a:xfrm>
                <a:off x="254943" y="1363524"/>
                <a:ext cx="11317932" cy="707886"/>
              </a:xfrm>
              <a:prstGeom prst="rect">
                <a:avLst/>
              </a:prstGeom>
            </p:spPr>
            <p:txBody>
              <a:bodyPr wrap="square">
                <a:spAutoFit/>
              </a:bodyPr>
              <a:lstStyle/>
              <a:p>
                <a:pPr algn="ctr"/>
                <a:r>
                  <a:rPr lang="en-US" altLang="zh-TW" sz="40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TW" sz="400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TW" sz="4000" b="0" i="1" smtClean="0">
                            <a:latin typeface="Cambria Math" panose="02040503050406030204" pitchFamily="18" charset="0"/>
                          </a:rPr>
                          <m:t>𝑀𝑖𝑛</m:t>
                        </m:r>
                        <m:r>
                          <a:rPr lang="en-US" altLang="zh-TW" sz="4000" b="0" i="1" smtClean="0">
                            <a:latin typeface="Cambria Math" panose="02040503050406030204" pitchFamily="18" charset="0"/>
                          </a:rPr>
                          <m:t> </m:t>
                        </m:r>
                        <m:r>
                          <a:rPr lang="en-US" altLang="zh-TW" sz="4000" b="0" i="1" smtClean="0">
                            <a:latin typeface="Cambria Math" panose="02040503050406030204" pitchFamily="18" charset="0"/>
                          </a:rPr>
                          <m:t>𝑓</m:t>
                        </m:r>
                        <m:r>
                          <a:rPr lang="en-US" altLang="zh-TW" sz="4000" b="0" i="1" smtClean="0">
                            <a:latin typeface="Cambria Math" panose="02040503050406030204" pitchFamily="18" charset="0"/>
                          </a:rPr>
                          <m:t>(</m:t>
                        </m:r>
                        <m:r>
                          <a:rPr lang="en-US" altLang="zh-TW" sz="4000" b="0" i="1" smtClean="0">
                            <a:latin typeface="Cambria Math" panose="02040503050406030204" pitchFamily="18" charset="0"/>
                          </a:rPr>
                          <m:t>𝑥</m:t>
                        </m:r>
                        <m:r>
                          <a:rPr lang="en-US" altLang="zh-TW" sz="4000" b="0" i="1" smtClean="0">
                            <a:latin typeface="Cambria Math" panose="02040503050406030204" pitchFamily="18" charset="0"/>
                          </a:rPr>
                          <m:t>)</m:t>
                        </m:r>
                      </m:e>
                      <m:sub>
                        <m:r>
                          <a:rPr lang="en-US" altLang="zh-TW" sz="4000" i="1" smtClean="0">
                            <a:latin typeface="Cambria Math" panose="02040503050406030204" pitchFamily="18" charset="0"/>
                          </a:rPr>
                          <m:t> </m:t>
                        </m:r>
                      </m:sub>
                    </m:sSub>
                    <m:r>
                      <a:rPr lang="en-US" altLang="zh-TW" sz="4000" i="1" smtClean="0">
                        <a:latin typeface="Cambria Math" panose="02040503050406030204" pitchFamily="18" charset="0"/>
                      </a:rPr>
                      <m:t>=</m:t>
                    </m:r>
                    <m:sSup>
                      <m:sSupPr>
                        <m:ctrlPr>
                          <a:rPr lang="en-US" altLang="zh-TW" sz="4000" i="1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altLang="zh-TW" sz="4000" b="0" i="1" smtClean="0">
                            <a:latin typeface="Cambria Math" panose="02040503050406030204" pitchFamily="18" charset="0"/>
                          </a:rPr>
                          <m:t>(</m:t>
                        </m:r>
                        <m:sSub>
                          <m:sSubPr>
                            <m:ctrlPr>
                              <a:rPr lang="en-US" altLang="zh-TW" sz="4000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zh-TW" sz="4000" b="0" i="1" smtClean="0"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  <m:sub>
                            <m:r>
                              <a:rPr lang="en-US" altLang="zh-TW" sz="4000" b="0" i="1" smtClean="0">
                                <a:latin typeface="Cambria Math" panose="02040503050406030204" pitchFamily="18" charset="0"/>
                              </a:rPr>
                              <m:t>1</m:t>
                            </m:r>
                          </m:sub>
                        </m:sSub>
                        <m:r>
                          <a:rPr lang="en-US" altLang="zh-TW" sz="4000" b="0" i="1" smtClean="0">
                            <a:latin typeface="Cambria Math" panose="02040503050406030204" pitchFamily="18" charset="0"/>
                          </a:rPr>
                          <m:t>−2)</m:t>
                        </m:r>
                      </m:e>
                      <m:sup>
                        <m:r>
                          <a:rPr lang="en-US" altLang="zh-TW" sz="4000" b="0" i="1" smtClean="0"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a:rPr lang="en-US" altLang="zh-TW" sz="4000" b="0" i="1" smtClean="0">
                        <a:latin typeface="Cambria Math" panose="02040503050406030204" pitchFamily="18" charset="0"/>
                      </a:rPr>
                      <m:t>+</m:t>
                    </m:r>
                    <m:sSup>
                      <m:sSupPr>
                        <m:ctrlPr>
                          <a:rPr lang="en-US" altLang="zh-TW" sz="4000" i="1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altLang="zh-TW" sz="4000" b="0" i="1" smtClean="0">
                            <a:latin typeface="Cambria Math" panose="02040503050406030204" pitchFamily="18" charset="0"/>
                          </a:rPr>
                          <m:t>(</m:t>
                        </m:r>
                        <m:sSub>
                          <m:sSubPr>
                            <m:ctrlPr>
                              <a:rPr lang="en-US" altLang="zh-TW" sz="4000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zh-TW" sz="4000" b="0" i="1" smtClean="0"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  <m:sub>
                            <m:r>
                              <a:rPr lang="en-US" altLang="zh-TW" sz="4000" b="0" i="1" smtClean="0">
                                <a:latin typeface="Cambria Math" panose="02040503050406030204" pitchFamily="18" charset="0"/>
                              </a:rPr>
                              <m:t>2</m:t>
                            </m:r>
                          </m:sub>
                        </m:sSub>
                        <m:r>
                          <a:rPr lang="en-US" altLang="zh-TW" sz="4000" b="0" i="1" smtClean="0">
                            <a:latin typeface="Cambria Math" panose="02040503050406030204" pitchFamily="18" charset="0"/>
                          </a:rPr>
                          <m:t>−3)</m:t>
                        </m:r>
                      </m:e>
                      <m:sup>
                        <m:r>
                          <a:rPr lang="en-US" altLang="zh-TW" sz="4000" b="0" i="1" smtClean="0">
                            <a:latin typeface="Cambria Math" panose="02040503050406030204" pitchFamily="18" charset="0"/>
                          </a:rPr>
                          <m:t>4</m:t>
                        </m:r>
                      </m:sup>
                    </m:sSup>
                    <m:r>
                      <a:rPr lang="en-US" altLang="zh-TW" sz="4000" b="0" i="1" smtClean="0">
                        <a:latin typeface="Cambria Math" panose="02040503050406030204" pitchFamily="18" charset="0"/>
                      </a:rPr>
                      <m:t>+</m:t>
                    </m:r>
                    <m:sSup>
                      <m:sSupPr>
                        <m:ctrlPr>
                          <a:rPr lang="en-US" altLang="zh-TW" sz="4000" i="1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altLang="zh-TW" sz="4000" b="0" i="1" smtClean="0">
                            <a:latin typeface="Cambria Math" panose="02040503050406030204" pitchFamily="18" charset="0"/>
                          </a:rPr>
                          <m:t>(</m:t>
                        </m:r>
                        <m:sSub>
                          <m:sSubPr>
                            <m:ctrlPr>
                              <a:rPr lang="en-US" altLang="zh-TW" sz="4000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zh-TW" sz="4000" b="0" i="1" smtClean="0"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  <m:sub>
                            <m:r>
                              <a:rPr lang="en-US" altLang="zh-TW" sz="4000" b="0" i="1" smtClean="0">
                                <a:latin typeface="Cambria Math" panose="02040503050406030204" pitchFamily="18" charset="0"/>
                              </a:rPr>
                              <m:t>3</m:t>
                            </m:r>
                          </m:sub>
                        </m:sSub>
                        <m:r>
                          <a:rPr lang="en-US" altLang="zh-TW" sz="4000" b="0" i="1" smtClean="0">
                            <a:latin typeface="Cambria Math" panose="02040503050406030204" pitchFamily="18" charset="0"/>
                          </a:rPr>
                          <m:t>−1)</m:t>
                        </m:r>
                      </m:e>
                      <m:sup>
                        <m:r>
                          <a:rPr lang="en-US" altLang="zh-TW" sz="4000" b="0" i="1" smtClean="0"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a:rPr lang="en-US" altLang="zh-TW" sz="4000" b="0" i="1" smtClean="0">
                        <a:latin typeface="Cambria Math" panose="02040503050406030204" pitchFamily="18" charset="0"/>
                      </a:rPr>
                      <m:t>+3</m:t>
                    </m:r>
                  </m:oMath>
                </a14:m>
                <a:endParaRPr lang="en-US" altLang="zh-TW" sz="4000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</mc:Choice>
        <mc:Fallback>
          <p:sp>
            <p:nvSpPr>
              <p:cNvPr id="10" name="矩形 9">
                <a:extLst>
                  <a:ext uri="{FF2B5EF4-FFF2-40B4-BE49-F238E27FC236}">
                    <a16:creationId xmlns:a16="http://schemas.microsoft.com/office/drawing/2014/main" id="{0F5C27B8-0279-41F2-95D0-65E52814B2F9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54943" y="1363524"/>
                <a:ext cx="11317932" cy="707886"/>
              </a:xfrm>
              <a:prstGeom prst="rect">
                <a:avLst/>
              </a:prstGeom>
              <a:blipFill>
                <a:blip r:embed="rId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3" name="矩形 2">
            <a:extLst>
              <a:ext uri="{FF2B5EF4-FFF2-40B4-BE49-F238E27FC236}">
                <a16:creationId xmlns:a16="http://schemas.microsoft.com/office/drawing/2014/main" id="{E7866A17-49F6-49E1-89D3-E109BF5EDD31}"/>
              </a:ext>
            </a:extLst>
          </p:cNvPr>
          <p:cNvSpPr/>
          <p:nvPr/>
        </p:nvSpPr>
        <p:spPr>
          <a:xfrm>
            <a:off x="2764785" y="3119338"/>
            <a:ext cx="1504950" cy="876300"/>
          </a:xfrm>
          <a:prstGeom prst="rect">
            <a:avLst/>
          </a:prstGeom>
          <a:solidFill>
            <a:schemeClr val="accent2">
              <a:lumMod val="75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TW" sz="4000" dirty="0"/>
              <a:t>3</a:t>
            </a:r>
            <a:endParaRPr lang="zh-TW" altLang="en-US" sz="4000" dirty="0"/>
          </a:p>
        </p:txBody>
      </p:sp>
      <p:sp>
        <p:nvSpPr>
          <p:cNvPr id="22" name="矩形 21">
            <a:extLst>
              <a:ext uri="{FF2B5EF4-FFF2-40B4-BE49-F238E27FC236}">
                <a16:creationId xmlns:a16="http://schemas.microsoft.com/office/drawing/2014/main" id="{B51CB741-9C0C-410C-9509-C79ED3DBF85F}"/>
              </a:ext>
            </a:extLst>
          </p:cNvPr>
          <p:cNvSpPr/>
          <p:nvPr/>
        </p:nvSpPr>
        <p:spPr>
          <a:xfrm>
            <a:off x="4728612" y="3128863"/>
            <a:ext cx="1504950" cy="87630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TW" sz="4000" dirty="0"/>
              <a:t>2</a:t>
            </a:r>
            <a:endParaRPr lang="zh-TW" altLang="en-US" sz="4000" dirty="0"/>
          </a:p>
        </p:txBody>
      </p:sp>
      <p:sp>
        <p:nvSpPr>
          <p:cNvPr id="23" name="矩形 22">
            <a:extLst>
              <a:ext uri="{FF2B5EF4-FFF2-40B4-BE49-F238E27FC236}">
                <a16:creationId xmlns:a16="http://schemas.microsoft.com/office/drawing/2014/main" id="{C7C97C81-D78A-43E3-9CBB-17D3C4618984}"/>
              </a:ext>
            </a:extLst>
          </p:cNvPr>
          <p:cNvSpPr/>
          <p:nvPr/>
        </p:nvSpPr>
        <p:spPr>
          <a:xfrm>
            <a:off x="6934584" y="5038598"/>
            <a:ext cx="1504950" cy="876300"/>
          </a:xfrm>
          <a:prstGeom prst="rect">
            <a:avLst/>
          </a:prstGeom>
          <a:solidFill>
            <a:srgbClr val="00B05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TW" sz="4000" dirty="0"/>
              <a:t>1</a:t>
            </a:r>
            <a:endParaRPr lang="zh-TW" altLang="en-US" sz="4000" dirty="0"/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30" name="文字方塊 29">
                <a:extLst>
                  <a:ext uri="{FF2B5EF4-FFF2-40B4-BE49-F238E27FC236}">
                    <a16:creationId xmlns:a16="http://schemas.microsoft.com/office/drawing/2014/main" id="{C88827B5-CCBB-4D6E-9D39-A339CAE1CB94}"/>
                  </a:ext>
                </a:extLst>
              </p:cNvPr>
              <p:cNvSpPr txBox="1"/>
              <p:nvPr/>
            </p:nvSpPr>
            <p:spPr>
              <a:xfrm>
                <a:off x="6828183" y="2216001"/>
                <a:ext cx="6096000" cy="707886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TW" sz="4000" b="0" i="1" smtClean="0">
                          <a:latin typeface="Cambria Math" panose="02040503050406030204" pitchFamily="18" charset="0"/>
                        </a:rPr>
                        <m:t>𝑓</m:t>
                      </m:r>
                      <m:r>
                        <a:rPr lang="en-US" altLang="zh-TW" sz="4000" b="0" i="1" smtClean="0">
                          <a:latin typeface="Cambria Math" panose="02040503050406030204" pitchFamily="18" charset="0"/>
                        </a:rPr>
                        <m:t>(</m:t>
                      </m:r>
                      <m:r>
                        <a:rPr lang="en-US" altLang="zh-TW" sz="4000" b="0" i="1" smtClean="0">
                          <a:latin typeface="Cambria Math" panose="02040503050406030204" pitchFamily="18" charset="0"/>
                        </a:rPr>
                        <m:t>𝑥</m:t>
                      </m:r>
                      <m:r>
                        <a:rPr lang="en-US" altLang="zh-TW" sz="4000" b="0" i="1" smtClean="0">
                          <a:latin typeface="Cambria Math" panose="02040503050406030204" pitchFamily="18" charset="0"/>
                        </a:rPr>
                        <m:t>)</m:t>
                      </m:r>
                    </m:oMath>
                  </m:oMathPara>
                </a14:m>
                <a:endParaRPr lang="zh-TW" altLang="en-US" sz="4000" dirty="0"/>
              </a:p>
            </p:txBody>
          </p:sp>
        </mc:Choice>
        <mc:Fallback>
          <p:sp>
            <p:nvSpPr>
              <p:cNvPr id="30" name="文字方塊 29">
                <a:extLst>
                  <a:ext uri="{FF2B5EF4-FFF2-40B4-BE49-F238E27FC236}">
                    <a16:creationId xmlns:a16="http://schemas.microsoft.com/office/drawing/2014/main" id="{C88827B5-CCBB-4D6E-9D39-A339CAE1CB94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828183" y="2216001"/>
                <a:ext cx="6096000" cy="707886"/>
              </a:xfrm>
              <a:prstGeom prst="rect">
                <a:avLst/>
              </a:prstGeom>
              <a:blipFill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33" name="文字方塊 32">
                <a:extLst>
                  <a:ext uri="{FF2B5EF4-FFF2-40B4-BE49-F238E27FC236}">
                    <a16:creationId xmlns:a16="http://schemas.microsoft.com/office/drawing/2014/main" id="{2A837530-8331-4A27-A1B1-AA564A2B1F0A}"/>
                  </a:ext>
                </a:extLst>
              </p:cNvPr>
              <p:cNvSpPr txBox="1"/>
              <p:nvPr/>
            </p:nvSpPr>
            <p:spPr>
              <a:xfrm>
                <a:off x="6828183" y="3213070"/>
                <a:ext cx="6096000" cy="707886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TW" sz="4000" b="0" i="1" smtClean="0">
                          <a:latin typeface="Cambria Math" panose="02040503050406030204" pitchFamily="18" charset="0"/>
                        </a:rPr>
                        <m:t>14</m:t>
                      </m:r>
                    </m:oMath>
                  </m:oMathPara>
                </a14:m>
                <a:endParaRPr lang="zh-TW" altLang="en-US" sz="4000" dirty="0"/>
              </a:p>
            </p:txBody>
          </p:sp>
        </mc:Choice>
        <mc:Fallback>
          <p:sp>
            <p:nvSpPr>
              <p:cNvPr id="33" name="文字方塊 32">
                <a:extLst>
                  <a:ext uri="{FF2B5EF4-FFF2-40B4-BE49-F238E27FC236}">
                    <a16:creationId xmlns:a16="http://schemas.microsoft.com/office/drawing/2014/main" id="{2A837530-8331-4A27-A1B1-AA564A2B1F0A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828183" y="3213070"/>
                <a:ext cx="6096000" cy="707886"/>
              </a:xfrm>
              <a:prstGeom prst="rect">
                <a:avLst/>
              </a:prstGeom>
              <a:blipFill>
                <a:blip r:embed="rId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" name="文字方塊 1">
            <a:extLst>
              <a:ext uri="{FF2B5EF4-FFF2-40B4-BE49-F238E27FC236}">
                <a16:creationId xmlns:a16="http://schemas.microsoft.com/office/drawing/2014/main" id="{E0820C16-6654-4C5B-A4DD-E9CB3095341B}"/>
              </a:ext>
            </a:extLst>
          </p:cNvPr>
          <p:cNvSpPr txBox="1"/>
          <p:nvPr/>
        </p:nvSpPr>
        <p:spPr>
          <a:xfrm>
            <a:off x="628650" y="315596"/>
            <a:ext cx="2238113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sz="4000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Mutation</a:t>
            </a:r>
            <a:endParaRPr lang="zh-TW" altLang="en-US" sz="4000" b="1" dirty="0">
              <a:solidFill>
                <a:srgbClr val="FF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6" name="圖片 5">
            <a:extLst>
              <a:ext uri="{FF2B5EF4-FFF2-40B4-BE49-F238E27FC236}">
                <a16:creationId xmlns:a16="http://schemas.microsoft.com/office/drawing/2014/main" id="{0C9E0D36-B7AF-4FEE-86AE-C089F0DFE14E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96000" y="2923887"/>
            <a:ext cx="1741812" cy="1195487"/>
          </a:xfrm>
          <a:prstGeom prst="rect">
            <a:avLst/>
          </a:prstGeom>
        </p:spPr>
      </p:pic>
      <p:pic>
        <p:nvPicPr>
          <p:cNvPr id="11" name="圖片 10">
            <a:extLst>
              <a:ext uri="{FF2B5EF4-FFF2-40B4-BE49-F238E27FC236}">
                <a16:creationId xmlns:a16="http://schemas.microsoft.com/office/drawing/2014/main" id="{AAC9B3A6-FB6B-49EB-9361-40E85845CB43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28650" y="4676861"/>
            <a:ext cx="1474890" cy="1747606"/>
          </a:xfrm>
          <a:prstGeom prst="rect">
            <a:avLst/>
          </a:prstGeom>
        </p:spPr>
      </p:pic>
      <p:sp>
        <p:nvSpPr>
          <p:cNvPr id="12" name="矩形 11">
            <a:extLst>
              <a:ext uri="{FF2B5EF4-FFF2-40B4-BE49-F238E27FC236}">
                <a16:creationId xmlns:a16="http://schemas.microsoft.com/office/drawing/2014/main" id="{54EA549B-9AB4-475E-AB21-70F69A9254F3}"/>
              </a:ext>
            </a:extLst>
          </p:cNvPr>
          <p:cNvSpPr/>
          <p:nvPr/>
        </p:nvSpPr>
        <p:spPr>
          <a:xfrm>
            <a:off x="2764785" y="5024585"/>
            <a:ext cx="1504950" cy="876300"/>
          </a:xfrm>
          <a:prstGeom prst="rect">
            <a:avLst/>
          </a:prstGeom>
          <a:solidFill>
            <a:schemeClr val="accent2">
              <a:lumMod val="75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TW" sz="4000" dirty="0"/>
              <a:t>2</a:t>
            </a:r>
            <a:endParaRPr lang="zh-TW" altLang="en-US" sz="4000" dirty="0"/>
          </a:p>
        </p:txBody>
      </p:sp>
      <p:sp>
        <p:nvSpPr>
          <p:cNvPr id="13" name="矩形 12">
            <a:extLst>
              <a:ext uri="{FF2B5EF4-FFF2-40B4-BE49-F238E27FC236}">
                <a16:creationId xmlns:a16="http://schemas.microsoft.com/office/drawing/2014/main" id="{6E6563A1-7258-4F65-887F-C4E035AA9D03}"/>
              </a:ext>
            </a:extLst>
          </p:cNvPr>
          <p:cNvSpPr/>
          <p:nvPr/>
        </p:nvSpPr>
        <p:spPr>
          <a:xfrm>
            <a:off x="4728612" y="5038598"/>
            <a:ext cx="1504950" cy="87630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TW" sz="4000" dirty="0"/>
              <a:t>3</a:t>
            </a:r>
            <a:endParaRPr lang="zh-TW" altLang="en-US" sz="4000" dirty="0"/>
          </a:p>
        </p:txBody>
      </p:sp>
      <p:sp>
        <p:nvSpPr>
          <p:cNvPr id="14" name="矩形 13">
            <a:extLst>
              <a:ext uri="{FF2B5EF4-FFF2-40B4-BE49-F238E27FC236}">
                <a16:creationId xmlns:a16="http://schemas.microsoft.com/office/drawing/2014/main" id="{ECC69AC6-0C0D-492A-9179-F4988966683C}"/>
              </a:ext>
            </a:extLst>
          </p:cNvPr>
          <p:cNvSpPr/>
          <p:nvPr/>
        </p:nvSpPr>
        <p:spPr>
          <a:xfrm>
            <a:off x="6934584" y="3128863"/>
            <a:ext cx="1504950" cy="876300"/>
          </a:xfrm>
          <a:prstGeom prst="rect">
            <a:avLst/>
          </a:prstGeom>
          <a:solidFill>
            <a:srgbClr val="FF000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TW" sz="4000" dirty="0"/>
              <a:t>4</a:t>
            </a:r>
            <a:endParaRPr lang="zh-TW" altLang="en-US" sz="4000" dirty="0"/>
          </a:p>
        </p:txBody>
      </p:sp>
      <p:cxnSp>
        <p:nvCxnSpPr>
          <p:cNvPr id="7" name="直線接點 6">
            <a:extLst>
              <a:ext uri="{FF2B5EF4-FFF2-40B4-BE49-F238E27FC236}">
                <a16:creationId xmlns:a16="http://schemas.microsoft.com/office/drawing/2014/main" id="{2DE22E09-C828-4CAA-9257-8BFC6C2850E3}"/>
              </a:ext>
            </a:extLst>
          </p:cNvPr>
          <p:cNvCxnSpPr/>
          <p:nvPr/>
        </p:nvCxnSpPr>
        <p:spPr>
          <a:xfrm>
            <a:off x="6477000" y="2686050"/>
            <a:ext cx="0" cy="3514725"/>
          </a:xfrm>
          <a:prstGeom prst="line">
            <a:avLst/>
          </a:prstGeom>
          <a:ln w="44450"/>
        </p:spPr>
        <p:style>
          <a:lnRef idx="3">
            <a:schemeClr val="accent2"/>
          </a:lnRef>
          <a:fillRef idx="0">
            <a:schemeClr val="accent2"/>
          </a:fillRef>
          <a:effectRef idx="2">
            <a:schemeClr val="accent2"/>
          </a:effectRef>
          <a:fontRef idx="minor">
            <a:schemeClr val="tx1"/>
          </a:fontRef>
        </p:style>
      </p:cxnSp>
      <p:sp>
        <p:nvSpPr>
          <p:cNvPr id="17" name="文字方塊 16">
            <a:extLst>
              <a:ext uri="{FF2B5EF4-FFF2-40B4-BE49-F238E27FC236}">
                <a16:creationId xmlns:a16="http://schemas.microsoft.com/office/drawing/2014/main" id="{B064A548-E1A5-4FD6-B3A7-740FB83AF4A0}"/>
              </a:ext>
            </a:extLst>
          </p:cNvPr>
          <p:cNvSpPr txBox="1"/>
          <p:nvPr/>
        </p:nvSpPr>
        <p:spPr>
          <a:xfrm>
            <a:off x="3117261" y="3920956"/>
            <a:ext cx="699230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sz="4000" dirty="0"/>
              <a:t>+1</a:t>
            </a:r>
            <a:endParaRPr lang="zh-TW" altLang="en-US" sz="4000" dirty="0"/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18" name="文字方塊 17">
                <a:extLst>
                  <a:ext uri="{FF2B5EF4-FFF2-40B4-BE49-F238E27FC236}">
                    <a16:creationId xmlns:a16="http://schemas.microsoft.com/office/drawing/2014/main" id="{878025F3-23D0-4011-863D-ABE9BE91F95C}"/>
                  </a:ext>
                </a:extLst>
              </p:cNvPr>
              <p:cNvSpPr txBox="1"/>
              <p:nvPr/>
            </p:nvSpPr>
            <p:spPr>
              <a:xfrm>
                <a:off x="6828183" y="5056326"/>
                <a:ext cx="6096000" cy="707886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TW" sz="4000" b="0" i="1" smtClean="0">
                          <a:latin typeface="Cambria Math" panose="02040503050406030204" pitchFamily="18" charset="0"/>
                        </a:rPr>
                        <m:t>3</m:t>
                      </m:r>
                    </m:oMath>
                  </m:oMathPara>
                </a14:m>
                <a:endParaRPr lang="zh-TW" altLang="en-US" sz="4000" dirty="0"/>
              </a:p>
            </p:txBody>
          </p:sp>
        </mc:Choice>
        <mc:Fallback>
          <p:sp>
            <p:nvSpPr>
              <p:cNvPr id="18" name="文字方塊 17">
                <a:extLst>
                  <a:ext uri="{FF2B5EF4-FFF2-40B4-BE49-F238E27FC236}">
                    <a16:creationId xmlns:a16="http://schemas.microsoft.com/office/drawing/2014/main" id="{878025F3-23D0-4011-863D-ABE9BE91F95C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828183" y="5056326"/>
                <a:ext cx="6096000" cy="707886"/>
              </a:xfrm>
              <a:prstGeom prst="rect">
                <a:avLst/>
              </a:prstGeom>
              <a:blipFill>
                <a:blip r:embed="rId7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9" name="文字方塊 18">
            <a:extLst>
              <a:ext uri="{FF2B5EF4-FFF2-40B4-BE49-F238E27FC236}">
                <a16:creationId xmlns:a16="http://schemas.microsoft.com/office/drawing/2014/main" id="{8769A85F-18D4-4442-814E-8CABD08DCD31}"/>
              </a:ext>
            </a:extLst>
          </p:cNvPr>
          <p:cNvSpPr txBox="1"/>
          <p:nvPr/>
        </p:nvSpPr>
        <p:spPr>
          <a:xfrm>
            <a:off x="3112384" y="5846832"/>
            <a:ext cx="699230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sz="4000" dirty="0"/>
              <a:t>+1</a:t>
            </a:r>
            <a:endParaRPr lang="zh-TW" altLang="en-US" sz="4000" dirty="0"/>
          </a:p>
        </p:txBody>
      </p:sp>
    </p:spTree>
    <p:extLst>
      <p:ext uri="{BB962C8B-B14F-4D97-AF65-F5344CB8AC3E}">
        <p14:creationId xmlns:p14="http://schemas.microsoft.com/office/powerpoint/2010/main" val="763633125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佈景主題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佈景主題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160</TotalTime>
  <Words>186</Words>
  <Application>Microsoft Office PowerPoint</Application>
  <PresentationFormat>寬螢幕</PresentationFormat>
  <Paragraphs>88</Paragraphs>
  <Slides>8</Slides>
  <Notes>0</Notes>
  <HiddenSlides>0</HiddenSlides>
  <MMClips>0</MMClips>
  <ScaleCrop>false</ScaleCrop>
  <HeadingPairs>
    <vt:vector size="6" baseType="variant">
      <vt:variant>
        <vt:lpstr>使用字型</vt:lpstr>
      </vt:variant>
      <vt:variant>
        <vt:i4>5</vt:i4>
      </vt:variant>
      <vt:variant>
        <vt:lpstr>佈景主題</vt:lpstr>
      </vt:variant>
      <vt:variant>
        <vt:i4>1</vt:i4>
      </vt:variant>
      <vt:variant>
        <vt:lpstr>投影片標題</vt:lpstr>
      </vt:variant>
      <vt:variant>
        <vt:i4>8</vt:i4>
      </vt:variant>
    </vt:vector>
  </HeadingPairs>
  <TitlesOfParts>
    <vt:vector size="14" baseType="lpstr">
      <vt:lpstr>Arial</vt:lpstr>
      <vt:lpstr>Calibri</vt:lpstr>
      <vt:lpstr>Calibri Light</vt:lpstr>
      <vt:lpstr>Cambria Math</vt:lpstr>
      <vt:lpstr>Times New Roman</vt:lpstr>
      <vt:lpstr>Office 佈景主題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簡報</dc:title>
  <dc:creator>tcpyoung</dc:creator>
  <cp:lastModifiedBy>tcpyoung</cp:lastModifiedBy>
  <cp:revision>27</cp:revision>
  <dcterms:created xsi:type="dcterms:W3CDTF">2021-04-15T13:58:45Z</dcterms:created>
  <dcterms:modified xsi:type="dcterms:W3CDTF">2021-04-18T15:18:34Z</dcterms:modified>
</cp:coreProperties>
</file>