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8" r:id="rId4"/>
    <p:sldId id="279" r:id="rId5"/>
    <p:sldId id="465" r:id="rId6"/>
    <p:sldId id="472" r:id="rId7"/>
    <p:sldId id="443" r:id="rId8"/>
    <p:sldId id="444" r:id="rId9"/>
    <p:sldId id="403" r:id="rId10"/>
    <p:sldId id="281" r:id="rId11"/>
    <p:sldId id="282" r:id="rId12"/>
    <p:sldId id="260" r:id="rId13"/>
    <p:sldId id="262" r:id="rId14"/>
    <p:sldId id="28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73" userDrawn="1">
          <p15:clr>
            <a:srgbClr val="A4A3A4"/>
          </p15:clr>
        </p15:guide>
        <p15:guide id="4" pos="3024" userDrawn="1">
          <p15:clr>
            <a:srgbClr val="A4A3A4"/>
          </p15:clr>
        </p15:guide>
        <p15:guide id="5" pos="71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208" y="52"/>
      </p:cViewPr>
      <p:guideLst>
        <p:guide orient="horz" pos="2160"/>
        <p:guide pos="3840"/>
        <p:guide pos="1073"/>
        <p:guide pos="3024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31608-7702-4439-9BD4-6685EBCB706D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BDEBF-A944-4541-9D55-03F033AE5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803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D3CC-7343-481E-A744-2F043A04174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473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D3CC-7343-481E-A744-2F043A04174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60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D3CC-7343-481E-A744-2F043A041743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499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D3CC-7343-481E-A744-2F043A04174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7077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D3CC-7343-481E-A744-2F043A04174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509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BDEBF-A944-4541-9D55-03F033AE54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76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40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09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56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91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29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59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3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83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58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1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7C09D-B8B9-4FBA-9025-3533BE8692E9}" type="datetimeFigureOut">
              <a:rPr lang="zh-CN" altLang="en-US" smtClean="0"/>
              <a:t>2021/1/20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BDF0B-0EE8-4B86-9FA5-921B963BED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87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79170" y="827098"/>
            <a:ext cx="3073400" cy="5727700"/>
            <a:chOff x="8216900" y="850900"/>
            <a:chExt cx="3073400" cy="5727700"/>
          </a:xfrm>
        </p:grpSpPr>
        <p:sp>
          <p:nvSpPr>
            <p:cNvPr id="10" name="矩形 9"/>
            <p:cNvSpPr/>
            <p:nvPr/>
          </p:nvSpPr>
          <p:spPr>
            <a:xfrm>
              <a:off x="8216900" y="850900"/>
              <a:ext cx="3073400" cy="57277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60887" y="1314684"/>
              <a:ext cx="2730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RESUME</a:t>
              </a:r>
            </a:p>
          </p:txBody>
        </p:sp>
      </p:grpSp>
      <p:cxnSp>
        <p:nvCxnSpPr>
          <p:cNvPr id="28" name="直接连接符 27"/>
          <p:cNvCxnSpPr/>
          <p:nvPr/>
        </p:nvCxnSpPr>
        <p:spPr>
          <a:xfrm flipH="1">
            <a:off x="1703388" y="4793290"/>
            <a:ext cx="2083832" cy="206471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4800600" y="4793290"/>
            <a:ext cx="2083832" cy="206471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2268" y="2137877"/>
            <a:ext cx="7950302" cy="4473793"/>
          </a:xfrm>
          <a:prstGeom prst="rect">
            <a:avLst/>
          </a:prstGeom>
          <a:effectLst>
            <a:outerShdw blurRad="50800" dir="10800000" algn="r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6" name="文本框 15"/>
          <p:cNvSpPr txBox="1"/>
          <p:nvPr/>
        </p:nvSpPr>
        <p:spPr>
          <a:xfrm>
            <a:off x="1852273" y="1151642"/>
            <a:ext cx="338092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NAME: </a:t>
            </a:r>
            <a:r>
              <a:rPr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蔡豐仰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4944587" y="0"/>
            <a:ext cx="2083832" cy="206471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6137917" y="537831"/>
            <a:ext cx="843266" cy="8432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466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H="1">
            <a:off x="0" y="0"/>
            <a:ext cx="1717560" cy="170180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-1587" y="1701800"/>
            <a:ext cx="5600880" cy="787400"/>
            <a:chOff x="-1587" y="1701800"/>
            <a:chExt cx="5600880" cy="787400"/>
          </a:xfrm>
        </p:grpSpPr>
        <p:sp>
          <p:nvSpPr>
            <p:cNvPr id="7" name="矩形 6"/>
            <p:cNvSpPr/>
            <p:nvPr/>
          </p:nvSpPr>
          <p:spPr>
            <a:xfrm>
              <a:off x="-1587" y="1701800"/>
              <a:ext cx="2185987" cy="787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89266" y="1741557"/>
              <a:ext cx="31100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</a:p>
          </p:txBody>
        </p:sp>
      </p:grpSp>
      <p:cxnSp>
        <p:nvCxnSpPr>
          <p:cNvPr id="10" name="直接连接符 9"/>
          <p:cNvCxnSpPr/>
          <p:nvPr/>
        </p:nvCxnSpPr>
        <p:spPr>
          <a:xfrm flipH="1">
            <a:off x="3777333" y="0"/>
            <a:ext cx="1023267" cy="10138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0" y="2705100"/>
            <a:ext cx="2114908" cy="2095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858780" y="3810000"/>
            <a:ext cx="2435348" cy="2413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6477000" y="1866900"/>
            <a:ext cx="4178300" cy="3398667"/>
            <a:chOff x="6477000" y="1866900"/>
            <a:chExt cx="4178300" cy="3398667"/>
          </a:xfrm>
        </p:grpSpPr>
        <p:grpSp>
          <p:nvGrpSpPr>
            <p:cNvPr id="23" name="组合 22"/>
            <p:cNvGrpSpPr/>
            <p:nvPr/>
          </p:nvGrpSpPr>
          <p:grpSpPr>
            <a:xfrm>
              <a:off x="6477000" y="1866900"/>
              <a:ext cx="1524000" cy="2067083"/>
              <a:chOff x="6477000" y="850900"/>
              <a:chExt cx="1524000" cy="3759200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6477000" y="850900"/>
                <a:ext cx="1524000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6477000" y="850900"/>
                <a:ext cx="0" cy="375920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9131300" y="3149600"/>
              <a:ext cx="1524000" cy="2115967"/>
              <a:chOff x="9131300" y="2222500"/>
              <a:chExt cx="1524000" cy="375920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9131300" y="5981700"/>
                <a:ext cx="1524000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10655300" y="2222500"/>
                <a:ext cx="0" cy="375920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文本框 24"/>
          <p:cNvSpPr txBox="1"/>
          <p:nvPr/>
        </p:nvSpPr>
        <p:spPr>
          <a:xfrm>
            <a:off x="6961894" y="2743750"/>
            <a:ext cx="2730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/ </a:t>
            </a:r>
            <a:r>
              <a:rPr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學歷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61893" y="3396956"/>
            <a:ext cx="3208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</a:t>
            </a:r>
            <a:r>
              <a:rPr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工作經歷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61892" y="4050162"/>
            <a:ext cx="3208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/</a:t>
            </a:r>
            <a:r>
              <a:rPr lang="zh-TW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得獎經歷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858780" y="4305300"/>
            <a:ext cx="1336848" cy="13245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230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26" grpId="0" build="p"/>
      <p:bldP spid="2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5943600" y="369332"/>
            <a:ext cx="0" cy="6488686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911328" y="0"/>
            <a:ext cx="2064544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學歷</a:t>
            </a:r>
            <a:endParaRPr lang="zh-HK" altLang="en-US" sz="2000" b="1" spc="3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432620" y="635206"/>
            <a:ext cx="1021953" cy="1021953"/>
            <a:chOff x="4061024" y="567193"/>
            <a:chExt cx="1021953" cy="1021953"/>
          </a:xfrm>
        </p:grpSpPr>
        <p:sp>
          <p:nvSpPr>
            <p:cNvPr id="5" name="椭圆 4"/>
            <p:cNvSpPr/>
            <p:nvPr/>
          </p:nvSpPr>
          <p:spPr>
            <a:xfrm>
              <a:off x="4061024" y="567193"/>
              <a:ext cx="1021953" cy="1021953"/>
            </a:xfrm>
            <a:prstGeom prst="ellipse">
              <a:avLst/>
            </a:prstGeom>
            <a:solidFill>
              <a:srgbClr val="3B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grpSp>
          <p:nvGrpSpPr>
            <p:cNvPr id="25" name="Group 4"/>
            <p:cNvGrpSpPr>
              <a:grpSpLocks noChangeAspect="1"/>
            </p:cNvGrpSpPr>
            <p:nvPr/>
          </p:nvGrpSpPr>
          <p:grpSpPr bwMode="auto">
            <a:xfrm>
              <a:off x="4208860" y="739960"/>
              <a:ext cx="726281" cy="676418"/>
              <a:chOff x="1164" y="687"/>
              <a:chExt cx="3219" cy="2998"/>
            </a:xfrm>
            <a:solidFill>
              <a:schemeClr val="bg1"/>
            </a:solidFill>
            <a:effectLst/>
          </p:grpSpPr>
          <p:sp>
            <p:nvSpPr>
              <p:cNvPr id="26" name="Freeform 6"/>
              <p:cNvSpPr>
                <a:spLocks/>
              </p:cNvSpPr>
              <p:nvPr/>
            </p:nvSpPr>
            <p:spPr bwMode="auto">
              <a:xfrm>
                <a:off x="1164" y="687"/>
                <a:ext cx="3219" cy="2998"/>
              </a:xfrm>
              <a:custGeom>
                <a:avLst/>
                <a:gdLst>
                  <a:gd name="T0" fmla="*/ 96 w 1360"/>
                  <a:gd name="T1" fmla="*/ 404 h 1266"/>
                  <a:gd name="T2" fmla="*/ 96 w 1360"/>
                  <a:gd name="T3" fmla="*/ 527 h 1266"/>
                  <a:gd name="T4" fmla="*/ 105 w 1360"/>
                  <a:gd name="T5" fmla="*/ 537 h 1266"/>
                  <a:gd name="T6" fmla="*/ 123 w 1360"/>
                  <a:gd name="T7" fmla="*/ 616 h 1266"/>
                  <a:gd name="T8" fmla="*/ 119 w 1360"/>
                  <a:gd name="T9" fmla="*/ 629 h 1266"/>
                  <a:gd name="T10" fmla="*/ 147 w 1360"/>
                  <a:gd name="T11" fmla="*/ 940 h 1266"/>
                  <a:gd name="T12" fmla="*/ 169 w 1360"/>
                  <a:gd name="T13" fmla="*/ 1194 h 1266"/>
                  <a:gd name="T14" fmla="*/ 175 w 1360"/>
                  <a:gd name="T15" fmla="*/ 1266 h 1266"/>
                  <a:gd name="T16" fmla="*/ 0 w 1360"/>
                  <a:gd name="T17" fmla="*/ 1266 h 1266"/>
                  <a:gd name="T18" fmla="*/ 6 w 1360"/>
                  <a:gd name="T19" fmla="*/ 1197 h 1266"/>
                  <a:gd name="T20" fmla="*/ 38 w 1360"/>
                  <a:gd name="T21" fmla="*/ 811 h 1266"/>
                  <a:gd name="T22" fmla="*/ 54 w 1360"/>
                  <a:gd name="T23" fmla="*/ 629 h 1266"/>
                  <a:gd name="T24" fmla="*/ 50 w 1360"/>
                  <a:gd name="T25" fmla="*/ 613 h 1266"/>
                  <a:gd name="T26" fmla="*/ 71 w 1360"/>
                  <a:gd name="T27" fmla="*/ 537 h 1266"/>
                  <a:gd name="T28" fmla="*/ 79 w 1360"/>
                  <a:gd name="T29" fmla="*/ 525 h 1266"/>
                  <a:gd name="T30" fmla="*/ 79 w 1360"/>
                  <a:gd name="T31" fmla="*/ 407 h 1266"/>
                  <a:gd name="T32" fmla="*/ 70 w 1360"/>
                  <a:gd name="T33" fmla="*/ 392 h 1266"/>
                  <a:gd name="T34" fmla="*/ 31 w 1360"/>
                  <a:gd name="T35" fmla="*/ 374 h 1266"/>
                  <a:gd name="T36" fmla="*/ 44 w 1360"/>
                  <a:gd name="T37" fmla="*/ 366 h 1266"/>
                  <a:gd name="T38" fmla="*/ 624 w 1360"/>
                  <a:gd name="T39" fmla="*/ 44 h 1266"/>
                  <a:gd name="T40" fmla="*/ 692 w 1360"/>
                  <a:gd name="T41" fmla="*/ 5 h 1266"/>
                  <a:gd name="T42" fmla="*/ 718 w 1360"/>
                  <a:gd name="T43" fmla="*/ 5 h 1266"/>
                  <a:gd name="T44" fmla="*/ 1255 w 1360"/>
                  <a:gd name="T45" fmla="*/ 275 h 1266"/>
                  <a:gd name="T46" fmla="*/ 1360 w 1360"/>
                  <a:gd name="T47" fmla="*/ 328 h 1266"/>
                  <a:gd name="T48" fmla="*/ 1302 w 1360"/>
                  <a:gd name="T49" fmla="*/ 360 h 1266"/>
                  <a:gd name="T50" fmla="*/ 723 w 1360"/>
                  <a:gd name="T51" fmla="*/ 666 h 1266"/>
                  <a:gd name="T52" fmla="*/ 688 w 1360"/>
                  <a:gd name="T53" fmla="*/ 668 h 1266"/>
                  <a:gd name="T54" fmla="*/ 112 w 1360"/>
                  <a:gd name="T55" fmla="*/ 411 h 1266"/>
                  <a:gd name="T56" fmla="*/ 96 w 1360"/>
                  <a:gd name="T57" fmla="*/ 404 h 1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60" h="1266">
                    <a:moveTo>
                      <a:pt x="96" y="404"/>
                    </a:moveTo>
                    <a:cubicBezTo>
                      <a:pt x="96" y="447"/>
                      <a:pt x="96" y="487"/>
                      <a:pt x="96" y="527"/>
                    </a:cubicBezTo>
                    <a:cubicBezTo>
                      <a:pt x="96" y="531"/>
                      <a:pt x="101" y="535"/>
                      <a:pt x="105" y="537"/>
                    </a:cubicBezTo>
                    <a:cubicBezTo>
                      <a:pt x="136" y="555"/>
                      <a:pt x="144" y="585"/>
                      <a:pt x="123" y="616"/>
                    </a:cubicBezTo>
                    <a:cubicBezTo>
                      <a:pt x="121" y="620"/>
                      <a:pt x="119" y="625"/>
                      <a:pt x="119" y="629"/>
                    </a:cubicBezTo>
                    <a:cubicBezTo>
                      <a:pt x="128" y="733"/>
                      <a:pt x="138" y="836"/>
                      <a:pt x="147" y="940"/>
                    </a:cubicBezTo>
                    <a:cubicBezTo>
                      <a:pt x="154" y="1024"/>
                      <a:pt x="162" y="1109"/>
                      <a:pt x="169" y="1194"/>
                    </a:cubicBezTo>
                    <a:cubicBezTo>
                      <a:pt x="171" y="1217"/>
                      <a:pt x="173" y="1239"/>
                      <a:pt x="175" y="1266"/>
                    </a:cubicBezTo>
                    <a:cubicBezTo>
                      <a:pt x="117" y="1266"/>
                      <a:pt x="60" y="1266"/>
                      <a:pt x="0" y="1266"/>
                    </a:cubicBezTo>
                    <a:cubicBezTo>
                      <a:pt x="2" y="1244"/>
                      <a:pt x="4" y="1220"/>
                      <a:pt x="6" y="1197"/>
                    </a:cubicBezTo>
                    <a:cubicBezTo>
                      <a:pt x="16" y="1068"/>
                      <a:pt x="27" y="940"/>
                      <a:pt x="38" y="811"/>
                    </a:cubicBezTo>
                    <a:cubicBezTo>
                      <a:pt x="43" y="750"/>
                      <a:pt x="49" y="690"/>
                      <a:pt x="54" y="629"/>
                    </a:cubicBezTo>
                    <a:cubicBezTo>
                      <a:pt x="54" y="624"/>
                      <a:pt x="52" y="617"/>
                      <a:pt x="50" y="613"/>
                    </a:cubicBezTo>
                    <a:cubicBezTo>
                      <a:pt x="32" y="583"/>
                      <a:pt x="40" y="553"/>
                      <a:pt x="71" y="537"/>
                    </a:cubicBezTo>
                    <a:cubicBezTo>
                      <a:pt x="75" y="535"/>
                      <a:pt x="79" y="529"/>
                      <a:pt x="79" y="525"/>
                    </a:cubicBezTo>
                    <a:cubicBezTo>
                      <a:pt x="79" y="486"/>
                      <a:pt x="80" y="446"/>
                      <a:pt x="79" y="407"/>
                    </a:cubicBezTo>
                    <a:cubicBezTo>
                      <a:pt x="79" y="402"/>
                      <a:pt x="74" y="395"/>
                      <a:pt x="70" y="392"/>
                    </a:cubicBezTo>
                    <a:cubicBezTo>
                      <a:pt x="58" y="386"/>
                      <a:pt x="45" y="381"/>
                      <a:pt x="31" y="374"/>
                    </a:cubicBezTo>
                    <a:cubicBezTo>
                      <a:pt x="36" y="371"/>
                      <a:pt x="40" y="368"/>
                      <a:pt x="44" y="366"/>
                    </a:cubicBezTo>
                    <a:cubicBezTo>
                      <a:pt x="237" y="259"/>
                      <a:pt x="431" y="151"/>
                      <a:pt x="624" y="44"/>
                    </a:cubicBezTo>
                    <a:cubicBezTo>
                      <a:pt x="647" y="31"/>
                      <a:pt x="670" y="19"/>
                      <a:pt x="692" y="5"/>
                    </a:cubicBezTo>
                    <a:cubicBezTo>
                      <a:pt x="702" y="0"/>
                      <a:pt x="709" y="1"/>
                      <a:pt x="718" y="5"/>
                    </a:cubicBezTo>
                    <a:cubicBezTo>
                      <a:pt x="897" y="96"/>
                      <a:pt x="1076" y="185"/>
                      <a:pt x="1255" y="275"/>
                    </a:cubicBezTo>
                    <a:cubicBezTo>
                      <a:pt x="1289" y="293"/>
                      <a:pt x="1324" y="310"/>
                      <a:pt x="1360" y="328"/>
                    </a:cubicBezTo>
                    <a:cubicBezTo>
                      <a:pt x="1339" y="340"/>
                      <a:pt x="1320" y="350"/>
                      <a:pt x="1302" y="360"/>
                    </a:cubicBezTo>
                    <a:cubicBezTo>
                      <a:pt x="1109" y="462"/>
                      <a:pt x="916" y="564"/>
                      <a:pt x="723" y="666"/>
                    </a:cubicBezTo>
                    <a:cubicBezTo>
                      <a:pt x="711" y="672"/>
                      <a:pt x="701" y="674"/>
                      <a:pt x="688" y="668"/>
                    </a:cubicBezTo>
                    <a:cubicBezTo>
                      <a:pt x="496" y="582"/>
                      <a:pt x="304" y="496"/>
                      <a:pt x="112" y="411"/>
                    </a:cubicBezTo>
                    <a:cubicBezTo>
                      <a:pt x="108" y="409"/>
                      <a:pt x="103" y="407"/>
                      <a:pt x="96" y="4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27" name="Freeform 7"/>
              <p:cNvSpPr>
                <a:spLocks/>
              </p:cNvSpPr>
              <p:nvPr/>
            </p:nvSpPr>
            <p:spPr bwMode="auto">
              <a:xfrm>
                <a:off x="1829" y="1959"/>
                <a:ext cx="2000" cy="947"/>
              </a:xfrm>
              <a:custGeom>
                <a:avLst/>
                <a:gdLst>
                  <a:gd name="T0" fmla="*/ 0 w 845"/>
                  <a:gd name="T1" fmla="*/ 147 h 400"/>
                  <a:gd name="T2" fmla="*/ 78 w 845"/>
                  <a:gd name="T3" fmla="*/ 32 h 400"/>
                  <a:gd name="T4" fmla="*/ 96 w 845"/>
                  <a:gd name="T5" fmla="*/ 28 h 400"/>
                  <a:gd name="T6" fmla="*/ 262 w 845"/>
                  <a:gd name="T7" fmla="*/ 101 h 400"/>
                  <a:gd name="T8" fmla="*/ 417 w 845"/>
                  <a:gd name="T9" fmla="*/ 170 h 400"/>
                  <a:gd name="T10" fmla="*/ 434 w 845"/>
                  <a:gd name="T11" fmla="*/ 167 h 400"/>
                  <a:gd name="T12" fmla="*/ 724 w 845"/>
                  <a:gd name="T13" fmla="*/ 13 h 400"/>
                  <a:gd name="T14" fmla="*/ 749 w 845"/>
                  <a:gd name="T15" fmla="*/ 0 h 400"/>
                  <a:gd name="T16" fmla="*/ 845 w 845"/>
                  <a:gd name="T17" fmla="*/ 143 h 400"/>
                  <a:gd name="T18" fmla="*/ 743 w 845"/>
                  <a:gd name="T19" fmla="*/ 207 h 400"/>
                  <a:gd name="T20" fmla="*/ 448 w 845"/>
                  <a:gd name="T21" fmla="*/ 393 h 400"/>
                  <a:gd name="T22" fmla="*/ 421 w 845"/>
                  <a:gd name="T23" fmla="*/ 394 h 400"/>
                  <a:gd name="T24" fmla="*/ 8 w 845"/>
                  <a:gd name="T25" fmla="*/ 153 h 400"/>
                  <a:gd name="T26" fmla="*/ 0 w 845"/>
                  <a:gd name="T27" fmla="*/ 147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45" h="400">
                    <a:moveTo>
                      <a:pt x="0" y="147"/>
                    </a:moveTo>
                    <a:cubicBezTo>
                      <a:pt x="27" y="108"/>
                      <a:pt x="53" y="70"/>
                      <a:pt x="78" y="32"/>
                    </a:cubicBezTo>
                    <a:cubicBezTo>
                      <a:pt x="84" y="24"/>
                      <a:pt x="89" y="25"/>
                      <a:pt x="96" y="28"/>
                    </a:cubicBezTo>
                    <a:cubicBezTo>
                      <a:pt x="151" y="53"/>
                      <a:pt x="206" y="77"/>
                      <a:pt x="262" y="101"/>
                    </a:cubicBezTo>
                    <a:cubicBezTo>
                      <a:pt x="313" y="124"/>
                      <a:pt x="365" y="147"/>
                      <a:pt x="417" y="170"/>
                    </a:cubicBezTo>
                    <a:cubicBezTo>
                      <a:pt x="421" y="172"/>
                      <a:pt x="429" y="170"/>
                      <a:pt x="434" y="167"/>
                    </a:cubicBezTo>
                    <a:cubicBezTo>
                      <a:pt x="531" y="116"/>
                      <a:pt x="627" y="65"/>
                      <a:pt x="724" y="13"/>
                    </a:cubicBezTo>
                    <a:cubicBezTo>
                      <a:pt x="732" y="9"/>
                      <a:pt x="740" y="5"/>
                      <a:pt x="749" y="0"/>
                    </a:cubicBezTo>
                    <a:cubicBezTo>
                      <a:pt x="781" y="48"/>
                      <a:pt x="813" y="95"/>
                      <a:pt x="845" y="143"/>
                    </a:cubicBezTo>
                    <a:cubicBezTo>
                      <a:pt x="811" y="165"/>
                      <a:pt x="777" y="186"/>
                      <a:pt x="743" y="207"/>
                    </a:cubicBezTo>
                    <a:cubicBezTo>
                      <a:pt x="645" y="269"/>
                      <a:pt x="546" y="331"/>
                      <a:pt x="448" y="393"/>
                    </a:cubicBezTo>
                    <a:cubicBezTo>
                      <a:pt x="438" y="399"/>
                      <a:pt x="431" y="400"/>
                      <a:pt x="421" y="394"/>
                    </a:cubicBezTo>
                    <a:cubicBezTo>
                      <a:pt x="284" y="313"/>
                      <a:pt x="146" y="233"/>
                      <a:pt x="8" y="153"/>
                    </a:cubicBezTo>
                    <a:cubicBezTo>
                      <a:pt x="6" y="151"/>
                      <a:pt x="3" y="149"/>
                      <a:pt x="0" y="1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</p:grpSp>
      </p:grpSp>
      <p:sp>
        <p:nvSpPr>
          <p:cNvPr id="30" name="椭圆 29"/>
          <p:cNvSpPr/>
          <p:nvPr/>
        </p:nvSpPr>
        <p:spPr>
          <a:xfrm>
            <a:off x="5822156" y="2648578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椭圆 30"/>
          <p:cNvSpPr/>
          <p:nvPr/>
        </p:nvSpPr>
        <p:spPr>
          <a:xfrm>
            <a:off x="5822156" y="4329140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/>
          <p:cNvSpPr/>
          <p:nvPr/>
        </p:nvSpPr>
        <p:spPr>
          <a:xfrm>
            <a:off x="6439101" y="4877741"/>
            <a:ext cx="3707607" cy="911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專題研究</a:t>
            </a:r>
            <a:r>
              <a:rPr lang="en-US" altLang="zh-TW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algn="just">
              <a:lnSpc>
                <a:spcPts val="2200"/>
              </a:lnSpc>
            </a:pPr>
            <a:r>
              <a:rPr lang="en-US" altLang="zh-TW" sz="1600" b="1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DoPet</a:t>
            </a:r>
            <a:r>
              <a:rPr lang="zh-TW" altLang="en-US" sz="16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寵物生活健康管理物聯網互動智慧項圈 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439101" y="4248862"/>
            <a:ext cx="333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國立高雄科技大學 資訊管理系</a:t>
            </a:r>
            <a:endParaRPr lang="en-US" altLang="zh-TW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2014-2018</a:t>
            </a:r>
            <a:endParaRPr lang="zh-HK" altLang="en-US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10977" y="2678313"/>
            <a:ext cx="3707607" cy="911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畢業論文</a:t>
            </a:r>
            <a:r>
              <a:rPr lang="en-US" altLang="zh-TW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lvl="0" algn="just">
              <a:lnSpc>
                <a:spcPts val="2200"/>
              </a:lnSpc>
            </a:pPr>
            <a:r>
              <a:rPr lang="zh-TW" altLang="en-US" sz="16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重建胺基酸評分矩陣以改善固有無序蛋白質 的同源性檢測</a:t>
            </a:r>
            <a:endParaRPr lang="zh-HK" altLang="zh-HK" sz="1600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110977" y="2017114"/>
            <a:ext cx="4097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國立中山大學 資訊工程所 </a:t>
            </a:r>
            <a:endParaRPr lang="en-US" altLang="zh-TW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TW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2018-2020</a:t>
            </a:r>
            <a:endParaRPr lang="zh-HK" altLang="en-US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8475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464FE1-7D54-4051-929B-E9E6B980EB0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8425"/>
            <a:ext cx="9144000" cy="4619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Smith-Waterman Algorithm: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AutoShape 5">
            <a:extLst>
              <a:ext uri="{FF2B5EF4-FFF2-40B4-BE49-F238E27FC236}">
                <a16:creationId xmlns:a16="http://schemas.microsoft.com/office/drawing/2014/main" id="{D3D4EA43-2912-40DC-8036-6F353C3210CE}"/>
              </a:ext>
            </a:extLst>
          </p:cNvPr>
          <p:cNvCxnSpPr>
            <a:cxnSpLocks noChangeShapeType="1"/>
            <a:stCxn id="81" idx="6"/>
            <a:endCxn id="97" idx="2"/>
          </p:cNvCxnSpPr>
          <p:nvPr/>
        </p:nvCxnSpPr>
        <p:spPr bwMode="auto">
          <a:xfrm>
            <a:off x="1677355" y="1349534"/>
            <a:ext cx="257175" cy="793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" name="AutoShape 6">
            <a:extLst>
              <a:ext uri="{FF2B5EF4-FFF2-40B4-BE49-F238E27FC236}">
                <a16:creationId xmlns:a16="http://schemas.microsoft.com/office/drawing/2014/main" id="{6CD8F9A5-B1D6-448C-A752-FCA6084326D4}"/>
              </a:ext>
            </a:extLst>
          </p:cNvPr>
          <p:cNvCxnSpPr>
            <a:cxnSpLocks noChangeShapeType="1"/>
            <a:stCxn id="82" idx="6"/>
            <a:endCxn id="98" idx="2"/>
          </p:cNvCxnSpPr>
          <p:nvPr/>
        </p:nvCxnSpPr>
        <p:spPr bwMode="auto">
          <a:xfrm>
            <a:off x="1658305" y="1909922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4EF9F3A7-8C83-4F21-BF1D-585880D0F069}"/>
              </a:ext>
            </a:extLst>
          </p:cNvPr>
          <p:cNvCxnSpPr>
            <a:cxnSpLocks noChangeShapeType="1"/>
            <a:stCxn id="83" idx="6"/>
            <a:endCxn id="99" idx="2"/>
          </p:cNvCxnSpPr>
          <p:nvPr/>
        </p:nvCxnSpPr>
        <p:spPr bwMode="auto">
          <a:xfrm>
            <a:off x="1658305" y="2460784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E22311B4-8A98-4626-80C1-C7CAD3850F42}"/>
              </a:ext>
            </a:extLst>
          </p:cNvPr>
          <p:cNvCxnSpPr>
            <a:cxnSpLocks noChangeShapeType="1"/>
            <a:stCxn id="84" idx="6"/>
            <a:endCxn id="100" idx="2"/>
          </p:cNvCxnSpPr>
          <p:nvPr/>
        </p:nvCxnSpPr>
        <p:spPr bwMode="auto">
          <a:xfrm>
            <a:off x="1658305" y="3011647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3323144A-6663-428B-908B-9A8E903F4AE2}"/>
              </a:ext>
            </a:extLst>
          </p:cNvPr>
          <p:cNvCxnSpPr>
            <a:cxnSpLocks noChangeShapeType="1"/>
            <a:stCxn id="81" idx="5"/>
            <a:endCxn id="98" idx="1"/>
          </p:cNvCxnSpPr>
          <p:nvPr/>
        </p:nvCxnSpPr>
        <p:spPr bwMode="auto">
          <a:xfrm>
            <a:off x="1629730" y="1465422"/>
            <a:ext cx="352425" cy="32702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E41F3892-778B-49E6-9395-FAF52D0AE6F8}"/>
              </a:ext>
            </a:extLst>
          </p:cNvPr>
          <p:cNvCxnSpPr>
            <a:cxnSpLocks noChangeShapeType="1"/>
            <a:stCxn id="99" idx="1"/>
            <a:endCxn id="82" idx="5"/>
          </p:cNvCxnSpPr>
          <p:nvPr/>
        </p:nvCxnSpPr>
        <p:spPr bwMode="auto">
          <a:xfrm flipH="1" flipV="1">
            <a:off x="1610413" y="2023955"/>
            <a:ext cx="372241" cy="319853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7A947C93-C103-456B-8E4C-742342380566}"/>
              </a:ext>
            </a:extLst>
          </p:cNvPr>
          <p:cNvCxnSpPr>
            <a:cxnSpLocks noChangeShapeType="1"/>
            <a:stCxn id="83" idx="5"/>
            <a:endCxn id="100" idx="1"/>
          </p:cNvCxnSpPr>
          <p:nvPr/>
        </p:nvCxnSpPr>
        <p:spPr bwMode="auto">
          <a:xfrm>
            <a:off x="1609093" y="2576672"/>
            <a:ext cx="373062" cy="3175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" name="AutoShape 12">
            <a:extLst>
              <a:ext uri="{FF2B5EF4-FFF2-40B4-BE49-F238E27FC236}">
                <a16:creationId xmlns:a16="http://schemas.microsoft.com/office/drawing/2014/main" id="{2B46AB19-F299-4253-8258-6471CEA5AF3A}"/>
              </a:ext>
            </a:extLst>
          </p:cNvPr>
          <p:cNvCxnSpPr>
            <a:cxnSpLocks noChangeShapeType="1"/>
            <a:stCxn id="97" idx="6"/>
            <a:endCxn id="114" idx="2"/>
          </p:cNvCxnSpPr>
          <p:nvPr/>
        </p:nvCxnSpPr>
        <p:spPr bwMode="auto">
          <a:xfrm>
            <a:off x="2263143" y="1359059"/>
            <a:ext cx="274637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1F2D4662-A9C6-4170-96B0-1A1FD37A60E4}"/>
              </a:ext>
            </a:extLst>
          </p:cNvPr>
          <p:cNvCxnSpPr>
            <a:cxnSpLocks noChangeShapeType="1"/>
            <a:stCxn id="98" idx="6"/>
            <a:endCxn id="115" idx="2"/>
          </p:cNvCxnSpPr>
          <p:nvPr/>
        </p:nvCxnSpPr>
        <p:spPr bwMode="auto">
          <a:xfrm>
            <a:off x="2263143" y="1909922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55DF0069-F431-48E3-80B1-F7C5E61C71DB}"/>
              </a:ext>
            </a:extLst>
          </p:cNvPr>
          <p:cNvCxnSpPr>
            <a:cxnSpLocks noChangeShapeType="1"/>
            <a:stCxn id="99" idx="6"/>
            <a:endCxn id="116" idx="2"/>
          </p:cNvCxnSpPr>
          <p:nvPr/>
        </p:nvCxnSpPr>
        <p:spPr bwMode="auto">
          <a:xfrm>
            <a:off x="2263143" y="2460784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" name="AutoShape 15">
            <a:extLst>
              <a:ext uri="{FF2B5EF4-FFF2-40B4-BE49-F238E27FC236}">
                <a16:creationId xmlns:a16="http://schemas.microsoft.com/office/drawing/2014/main" id="{6B6F5D86-2189-4983-A21D-F8A0C7B0D21E}"/>
              </a:ext>
            </a:extLst>
          </p:cNvPr>
          <p:cNvCxnSpPr>
            <a:cxnSpLocks noChangeShapeType="1"/>
            <a:stCxn id="100" idx="6"/>
            <a:endCxn id="117" idx="2"/>
          </p:cNvCxnSpPr>
          <p:nvPr/>
        </p:nvCxnSpPr>
        <p:spPr bwMode="auto">
          <a:xfrm>
            <a:off x="2263143" y="3011647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" name="AutoShape 16">
            <a:extLst>
              <a:ext uri="{FF2B5EF4-FFF2-40B4-BE49-F238E27FC236}">
                <a16:creationId xmlns:a16="http://schemas.microsoft.com/office/drawing/2014/main" id="{DD2D0CE5-DC72-42D9-A977-1EE5D943FAA9}"/>
              </a:ext>
            </a:extLst>
          </p:cNvPr>
          <p:cNvCxnSpPr>
            <a:cxnSpLocks noChangeShapeType="1"/>
            <a:stCxn id="97" idx="5"/>
            <a:endCxn id="115" idx="1"/>
          </p:cNvCxnSpPr>
          <p:nvPr/>
        </p:nvCxnSpPr>
        <p:spPr bwMode="auto">
          <a:xfrm>
            <a:off x="2215518" y="1474947"/>
            <a:ext cx="369887" cy="319087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7C4E9784-F2FC-4DE1-8CCD-C2725780AE08}"/>
              </a:ext>
            </a:extLst>
          </p:cNvPr>
          <p:cNvCxnSpPr>
            <a:cxnSpLocks noChangeShapeType="1"/>
            <a:stCxn id="98" idx="5"/>
            <a:endCxn id="116" idx="1"/>
          </p:cNvCxnSpPr>
          <p:nvPr/>
        </p:nvCxnSpPr>
        <p:spPr bwMode="auto">
          <a:xfrm>
            <a:off x="2215518" y="2025809"/>
            <a:ext cx="369887" cy="3190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1135347C-9662-463F-80F7-F6E7A698C9DF}"/>
              </a:ext>
            </a:extLst>
          </p:cNvPr>
          <p:cNvCxnSpPr>
            <a:cxnSpLocks noChangeShapeType="1"/>
            <a:stCxn id="117" idx="1"/>
            <a:endCxn id="99" idx="5"/>
          </p:cNvCxnSpPr>
          <p:nvPr/>
        </p:nvCxnSpPr>
        <p:spPr bwMode="auto">
          <a:xfrm flipH="1" flipV="1">
            <a:off x="2215019" y="2576173"/>
            <a:ext cx="370885" cy="318498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AutoShape 19">
            <a:extLst>
              <a:ext uri="{FF2B5EF4-FFF2-40B4-BE49-F238E27FC236}">
                <a16:creationId xmlns:a16="http://schemas.microsoft.com/office/drawing/2014/main" id="{63808DA8-2ED0-4C9F-8FA4-9E4819673D6C}"/>
              </a:ext>
            </a:extLst>
          </p:cNvPr>
          <p:cNvCxnSpPr>
            <a:cxnSpLocks noChangeShapeType="1"/>
            <a:stCxn id="88" idx="6"/>
            <a:endCxn id="104" idx="2"/>
          </p:cNvCxnSpPr>
          <p:nvPr/>
        </p:nvCxnSpPr>
        <p:spPr bwMode="auto">
          <a:xfrm>
            <a:off x="1658305" y="3562509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0" name="AutoShape 20">
            <a:extLst>
              <a:ext uri="{FF2B5EF4-FFF2-40B4-BE49-F238E27FC236}">
                <a16:creationId xmlns:a16="http://schemas.microsoft.com/office/drawing/2014/main" id="{C5568F64-24F5-4D7F-8A60-34FBA7E73BDD}"/>
              </a:ext>
            </a:extLst>
          </p:cNvPr>
          <p:cNvCxnSpPr>
            <a:cxnSpLocks noChangeShapeType="1"/>
            <a:stCxn id="84" idx="5"/>
            <a:endCxn id="104" idx="1"/>
          </p:cNvCxnSpPr>
          <p:nvPr/>
        </p:nvCxnSpPr>
        <p:spPr bwMode="auto">
          <a:xfrm>
            <a:off x="1609093" y="3127534"/>
            <a:ext cx="373062" cy="3175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" name="AutoShape 21">
            <a:extLst>
              <a:ext uri="{FF2B5EF4-FFF2-40B4-BE49-F238E27FC236}">
                <a16:creationId xmlns:a16="http://schemas.microsoft.com/office/drawing/2014/main" id="{0789ACC8-9FEA-44C1-9EDD-9924CF9C57FC}"/>
              </a:ext>
            </a:extLst>
          </p:cNvPr>
          <p:cNvCxnSpPr>
            <a:cxnSpLocks noChangeShapeType="1"/>
            <a:stCxn id="104" idx="6"/>
            <a:endCxn id="121" idx="2"/>
          </p:cNvCxnSpPr>
          <p:nvPr/>
        </p:nvCxnSpPr>
        <p:spPr bwMode="auto">
          <a:xfrm>
            <a:off x="2263143" y="3562509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AutoShape 22">
            <a:extLst>
              <a:ext uri="{FF2B5EF4-FFF2-40B4-BE49-F238E27FC236}">
                <a16:creationId xmlns:a16="http://schemas.microsoft.com/office/drawing/2014/main" id="{D4048095-CAC5-481D-B403-48E5BC3EB1B9}"/>
              </a:ext>
            </a:extLst>
          </p:cNvPr>
          <p:cNvCxnSpPr>
            <a:cxnSpLocks noChangeShapeType="1"/>
            <a:stCxn id="100" idx="5"/>
            <a:endCxn id="121" idx="1"/>
          </p:cNvCxnSpPr>
          <p:nvPr/>
        </p:nvCxnSpPr>
        <p:spPr bwMode="auto">
          <a:xfrm>
            <a:off x="2215518" y="3127534"/>
            <a:ext cx="369887" cy="3175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7E6925C5-83C7-4B7F-AE8B-08B220562C11}"/>
              </a:ext>
            </a:extLst>
          </p:cNvPr>
          <p:cNvCxnSpPr>
            <a:cxnSpLocks noChangeShapeType="1"/>
            <a:stCxn id="114" idx="6"/>
            <a:endCxn id="131" idx="2"/>
          </p:cNvCxnSpPr>
          <p:nvPr/>
        </p:nvCxnSpPr>
        <p:spPr bwMode="auto">
          <a:xfrm>
            <a:off x="2866393" y="1359059"/>
            <a:ext cx="2778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AutoShape 24">
            <a:extLst>
              <a:ext uri="{FF2B5EF4-FFF2-40B4-BE49-F238E27FC236}">
                <a16:creationId xmlns:a16="http://schemas.microsoft.com/office/drawing/2014/main" id="{5F9BD605-8D74-4BEF-9A27-44FA673955A9}"/>
              </a:ext>
            </a:extLst>
          </p:cNvPr>
          <p:cNvCxnSpPr>
            <a:cxnSpLocks noChangeShapeType="1"/>
            <a:stCxn id="115" idx="6"/>
            <a:endCxn id="132" idx="2"/>
          </p:cNvCxnSpPr>
          <p:nvPr/>
        </p:nvCxnSpPr>
        <p:spPr bwMode="auto">
          <a:xfrm>
            <a:off x="2866393" y="1909922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4F9CD61D-ACEA-4CC4-B803-A18FE13093F1}"/>
              </a:ext>
            </a:extLst>
          </p:cNvPr>
          <p:cNvCxnSpPr>
            <a:cxnSpLocks noChangeShapeType="1"/>
            <a:stCxn id="116" idx="6"/>
            <a:endCxn id="133" idx="2"/>
          </p:cNvCxnSpPr>
          <p:nvPr/>
        </p:nvCxnSpPr>
        <p:spPr bwMode="auto">
          <a:xfrm>
            <a:off x="2866393" y="2460784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AutoShape 26">
            <a:extLst>
              <a:ext uri="{FF2B5EF4-FFF2-40B4-BE49-F238E27FC236}">
                <a16:creationId xmlns:a16="http://schemas.microsoft.com/office/drawing/2014/main" id="{B6673C88-CC82-4333-A612-8A128CC2285C}"/>
              </a:ext>
            </a:extLst>
          </p:cNvPr>
          <p:cNvCxnSpPr>
            <a:cxnSpLocks noChangeShapeType="1"/>
            <a:stCxn id="117" idx="6"/>
            <a:endCxn id="134" idx="2"/>
          </p:cNvCxnSpPr>
          <p:nvPr/>
        </p:nvCxnSpPr>
        <p:spPr bwMode="auto">
          <a:xfrm>
            <a:off x="2866393" y="3011647"/>
            <a:ext cx="2778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" name="AutoShape 27">
            <a:extLst>
              <a:ext uri="{FF2B5EF4-FFF2-40B4-BE49-F238E27FC236}">
                <a16:creationId xmlns:a16="http://schemas.microsoft.com/office/drawing/2014/main" id="{F91F1644-5D16-4204-97FF-BDF600DB12FB}"/>
              </a:ext>
            </a:extLst>
          </p:cNvPr>
          <p:cNvCxnSpPr>
            <a:cxnSpLocks noChangeShapeType="1"/>
            <a:stCxn id="114" idx="5"/>
            <a:endCxn id="132" idx="1"/>
          </p:cNvCxnSpPr>
          <p:nvPr/>
        </p:nvCxnSpPr>
        <p:spPr bwMode="auto">
          <a:xfrm>
            <a:off x="2818768" y="1474947"/>
            <a:ext cx="371475" cy="319087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AutoShape 28">
            <a:extLst>
              <a:ext uri="{FF2B5EF4-FFF2-40B4-BE49-F238E27FC236}">
                <a16:creationId xmlns:a16="http://schemas.microsoft.com/office/drawing/2014/main" id="{78D26314-A6A6-4C96-9F5C-1D2F89B74616}"/>
              </a:ext>
            </a:extLst>
          </p:cNvPr>
          <p:cNvCxnSpPr>
            <a:cxnSpLocks noChangeShapeType="1"/>
            <a:stCxn id="115" idx="5"/>
            <a:endCxn id="133" idx="1"/>
          </p:cNvCxnSpPr>
          <p:nvPr/>
        </p:nvCxnSpPr>
        <p:spPr bwMode="auto">
          <a:xfrm>
            <a:off x="2818768" y="2025809"/>
            <a:ext cx="371475" cy="3190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" name="AutoShape 29">
            <a:extLst>
              <a:ext uri="{FF2B5EF4-FFF2-40B4-BE49-F238E27FC236}">
                <a16:creationId xmlns:a16="http://schemas.microsoft.com/office/drawing/2014/main" id="{B7DFE619-1023-4104-9D1E-A63B9A2494F1}"/>
              </a:ext>
            </a:extLst>
          </p:cNvPr>
          <p:cNvCxnSpPr>
            <a:cxnSpLocks noChangeShapeType="1"/>
            <a:stCxn id="116" idx="5"/>
            <a:endCxn id="134" idx="1"/>
          </p:cNvCxnSpPr>
          <p:nvPr/>
        </p:nvCxnSpPr>
        <p:spPr bwMode="auto">
          <a:xfrm>
            <a:off x="2818768" y="2576672"/>
            <a:ext cx="371475" cy="3175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AutoShape 30">
            <a:extLst>
              <a:ext uri="{FF2B5EF4-FFF2-40B4-BE49-F238E27FC236}">
                <a16:creationId xmlns:a16="http://schemas.microsoft.com/office/drawing/2014/main" id="{4F0B5484-725A-478C-95E4-13E5E37FE6CD}"/>
              </a:ext>
            </a:extLst>
          </p:cNvPr>
          <p:cNvCxnSpPr>
            <a:cxnSpLocks noChangeShapeType="1"/>
            <a:stCxn id="131" idx="6"/>
            <a:endCxn id="148" idx="2"/>
          </p:cNvCxnSpPr>
          <p:nvPr/>
        </p:nvCxnSpPr>
        <p:spPr bwMode="auto">
          <a:xfrm>
            <a:off x="3471230" y="1359059"/>
            <a:ext cx="27622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AutoShape 31">
            <a:extLst>
              <a:ext uri="{FF2B5EF4-FFF2-40B4-BE49-F238E27FC236}">
                <a16:creationId xmlns:a16="http://schemas.microsoft.com/office/drawing/2014/main" id="{02897616-75F4-4C5A-9C29-176F8AB8DAA6}"/>
              </a:ext>
            </a:extLst>
          </p:cNvPr>
          <p:cNvCxnSpPr>
            <a:cxnSpLocks noChangeShapeType="1"/>
            <a:stCxn id="132" idx="6"/>
            <a:endCxn id="149" idx="2"/>
          </p:cNvCxnSpPr>
          <p:nvPr/>
        </p:nvCxnSpPr>
        <p:spPr bwMode="auto">
          <a:xfrm>
            <a:off x="3471230" y="1909922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AutoShape 32">
            <a:extLst>
              <a:ext uri="{FF2B5EF4-FFF2-40B4-BE49-F238E27FC236}">
                <a16:creationId xmlns:a16="http://schemas.microsoft.com/office/drawing/2014/main" id="{947B355C-DA90-43D8-9C81-E333BEC6C6BB}"/>
              </a:ext>
            </a:extLst>
          </p:cNvPr>
          <p:cNvCxnSpPr>
            <a:cxnSpLocks noChangeShapeType="1"/>
            <a:stCxn id="133" idx="6"/>
            <a:endCxn id="150" idx="2"/>
          </p:cNvCxnSpPr>
          <p:nvPr/>
        </p:nvCxnSpPr>
        <p:spPr bwMode="auto">
          <a:xfrm>
            <a:off x="3471230" y="2460784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3" name="AutoShape 33">
            <a:extLst>
              <a:ext uri="{FF2B5EF4-FFF2-40B4-BE49-F238E27FC236}">
                <a16:creationId xmlns:a16="http://schemas.microsoft.com/office/drawing/2014/main" id="{0DE6EA8C-4B1D-440A-9173-E88ED8253ACF}"/>
              </a:ext>
            </a:extLst>
          </p:cNvPr>
          <p:cNvCxnSpPr>
            <a:cxnSpLocks noChangeShapeType="1"/>
            <a:stCxn id="134" idx="6"/>
            <a:endCxn id="151" idx="2"/>
          </p:cNvCxnSpPr>
          <p:nvPr/>
        </p:nvCxnSpPr>
        <p:spPr bwMode="auto">
          <a:xfrm>
            <a:off x="3471230" y="3011647"/>
            <a:ext cx="27622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AutoShape 34">
            <a:extLst>
              <a:ext uri="{FF2B5EF4-FFF2-40B4-BE49-F238E27FC236}">
                <a16:creationId xmlns:a16="http://schemas.microsoft.com/office/drawing/2014/main" id="{0795F369-3746-403F-B839-30ACDC5C996D}"/>
              </a:ext>
            </a:extLst>
          </p:cNvPr>
          <p:cNvCxnSpPr>
            <a:cxnSpLocks noChangeShapeType="1"/>
            <a:stCxn id="131" idx="5"/>
            <a:endCxn id="149" idx="1"/>
          </p:cNvCxnSpPr>
          <p:nvPr/>
        </p:nvCxnSpPr>
        <p:spPr bwMode="auto">
          <a:xfrm>
            <a:off x="3422018" y="1474947"/>
            <a:ext cx="373062" cy="319087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5" name="AutoShape 35">
            <a:extLst>
              <a:ext uri="{FF2B5EF4-FFF2-40B4-BE49-F238E27FC236}">
                <a16:creationId xmlns:a16="http://schemas.microsoft.com/office/drawing/2014/main" id="{BD76D66D-3EE3-48FD-A7C5-714D6934492E}"/>
              </a:ext>
            </a:extLst>
          </p:cNvPr>
          <p:cNvCxnSpPr>
            <a:cxnSpLocks noChangeShapeType="1"/>
            <a:stCxn id="132" idx="5"/>
            <a:endCxn id="150" idx="1"/>
          </p:cNvCxnSpPr>
          <p:nvPr/>
        </p:nvCxnSpPr>
        <p:spPr bwMode="auto">
          <a:xfrm>
            <a:off x="3422018" y="2025809"/>
            <a:ext cx="373062" cy="3190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AutoShape 36">
            <a:extLst>
              <a:ext uri="{FF2B5EF4-FFF2-40B4-BE49-F238E27FC236}">
                <a16:creationId xmlns:a16="http://schemas.microsoft.com/office/drawing/2014/main" id="{71129671-8F62-4CF7-B649-A621030CFC7E}"/>
              </a:ext>
            </a:extLst>
          </p:cNvPr>
          <p:cNvCxnSpPr>
            <a:cxnSpLocks noChangeShapeType="1"/>
            <a:stCxn id="133" idx="5"/>
            <a:endCxn id="151" idx="1"/>
          </p:cNvCxnSpPr>
          <p:nvPr/>
        </p:nvCxnSpPr>
        <p:spPr bwMode="auto">
          <a:xfrm>
            <a:off x="3422018" y="2576672"/>
            <a:ext cx="373062" cy="3175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AutoShape 37">
            <a:extLst>
              <a:ext uri="{FF2B5EF4-FFF2-40B4-BE49-F238E27FC236}">
                <a16:creationId xmlns:a16="http://schemas.microsoft.com/office/drawing/2014/main" id="{1A8B6828-0C0F-41B1-B594-BF91BCC4D850}"/>
              </a:ext>
            </a:extLst>
          </p:cNvPr>
          <p:cNvCxnSpPr>
            <a:cxnSpLocks noChangeShapeType="1"/>
            <a:stCxn id="121" idx="6"/>
            <a:endCxn id="138" idx="2"/>
          </p:cNvCxnSpPr>
          <p:nvPr/>
        </p:nvCxnSpPr>
        <p:spPr bwMode="auto">
          <a:xfrm>
            <a:off x="2866393" y="3562509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AutoShape 38">
            <a:extLst>
              <a:ext uri="{FF2B5EF4-FFF2-40B4-BE49-F238E27FC236}">
                <a16:creationId xmlns:a16="http://schemas.microsoft.com/office/drawing/2014/main" id="{08D5F3C1-C1D4-4073-AC42-526FD4F52EE2}"/>
              </a:ext>
            </a:extLst>
          </p:cNvPr>
          <p:cNvCxnSpPr>
            <a:cxnSpLocks noChangeShapeType="1"/>
            <a:stCxn id="117" idx="5"/>
            <a:endCxn id="138" idx="1"/>
          </p:cNvCxnSpPr>
          <p:nvPr/>
        </p:nvCxnSpPr>
        <p:spPr bwMode="auto">
          <a:xfrm>
            <a:off x="2818768" y="3127534"/>
            <a:ext cx="371475" cy="3175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AutoShape 39">
            <a:extLst>
              <a:ext uri="{FF2B5EF4-FFF2-40B4-BE49-F238E27FC236}">
                <a16:creationId xmlns:a16="http://schemas.microsoft.com/office/drawing/2014/main" id="{91323C1F-D140-40B7-8CC7-A5673748E1F2}"/>
              </a:ext>
            </a:extLst>
          </p:cNvPr>
          <p:cNvCxnSpPr>
            <a:cxnSpLocks noChangeShapeType="1"/>
            <a:stCxn id="138" idx="6"/>
            <a:endCxn id="155" idx="2"/>
          </p:cNvCxnSpPr>
          <p:nvPr/>
        </p:nvCxnSpPr>
        <p:spPr bwMode="auto">
          <a:xfrm>
            <a:off x="3471230" y="3562509"/>
            <a:ext cx="2762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AutoShape 40">
            <a:extLst>
              <a:ext uri="{FF2B5EF4-FFF2-40B4-BE49-F238E27FC236}">
                <a16:creationId xmlns:a16="http://schemas.microsoft.com/office/drawing/2014/main" id="{B9107338-4483-453E-A527-379C9C57CD54}"/>
              </a:ext>
            </a:extLst>
          </p:cNvPr>
          <p:cNvCxnSpPr>
            <a:cxnSpLocks noChangeShapeType="1"/>
            <a:stCxn id="134" idx="5"/>
            <a:endCxn id="155" idx="1"/>
          </p:cNvCxnSpPr>
          <p:nvPr/>
        </p:nvCxnSpPr>
        <p:spPr bwMode="auto">
          <a:xfrm>
            <a:off x="3422018" y="3127534"/>
            <a:ext cx="373062" cy="3175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1" name="AutoShape 41">
            <a:extLst>
              <a:ext uri="{FF2B5EF4-FFF2-40B4-BE49-F238E27FC236}">
                <a16:creationId xmlns:a16="http://schemas.microsoft.com/office/drawing/2014/main" id="{105E301F-D7CE-46A0-A9B8-8759F69BC366}"/>
              </a:ext>
            </a:extLst>
          </p:cNvPr>
          <p:cNvCxnSpPr>
            <a:cxnSpLocks noChangeShapeType="1"/>
            <a:stCxn id="90" idx="6"/>
            <a:endCxn id="106" idx="2"/>
          </p:cNvCxnSpPr>
          <p:nvPr/>
        </p:nvCxnSpPr>
        <p:spPr bwMode="auto">
          <a:xfrm>
            <a:off x="1658305" y="4116547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2" name="AutoShape 42">
            <a:extLst>
              <a:ext uri="{FF2B5EF4-FFF2-40B4-BE49-F238E27FC236}">
                <a16:creationId xmlns:a16="http://schemas.microsoft.com/office/drawing/2014/main" id="{A3D79279-88DD-4FFF-961C-F44D1F7DBB81}"/>
              </a:ext>
            </a:extLst>
          </p:cNvPr>
          <p:cNvCxnSpPr>
            <a:cxnSpLocks noChangeShapeType="1"/>
            <a:stCxn id="88" idx="5"/>
            <a:endCxn id="106" idx="1"/>
          </p:cNvCxnSpPr>
          <p:nvPr/>
        </p:nvCxnSpPr>
        <p:spPr bwMode="auto">
          <a:xfrm>
            <a:off x="1609093" y="3678397"/>
            <a:ext cx="373062" cy="32067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" name="AutoShape 43">
            <a:extLst>
              <a:ext uri="{FF2B5EF4-FFF2-40B4-BE49-F238E27FC236}">
                <a16:creationId xmlns:a16="http://schemas.microsoft.com/office/drawing/2014/main" id="{199380AA-0425-4726-B00B-C35924ED9816}"/>
              </a:ext>
            </a:extLst>
          </p:cNvPr>
          <p:cNvCxnSpPr>
            <a:cxnSpLocks noChangeShapeType="1"/>
            <a:stCxn id="106" idx="6"/>
            <a:endCxn id="123" idx="2"/>
          </p:cNvCxnSpPr>
          <p:nvPr/>
        </p:nvCxnSpPr>
        <p:spPr bwMode="auto">
          <a:xfrm>
            <a:off x="2263143" y="4116547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4" name="AutoShape 44">
            <a:extLst>
              <a:ext uri="{FF2B5EF4-FFF2-40B4-BE49-F238E27FC236}">
                <a16:creationId xmlns:a16="http://schemas.microsoft.com/office/drawing/2014/main" id="{680FE8BB-74CD-4046-81B4-B17D325638B6}"/>
              </a:ext>
            </a:extLst>
          </p:cNvPr>
          <p:cNvCxnSpPr>
            <a:cxnSpLocks noChangeShapeType="1"/>
            <a:stCxn id="104" idx="5"/>
            <a:endCxn id="123" idx="1"/>
          </p:cNvCxnSpPr>
          <p:nvPr/>
        </p:nvCxnSpPr>
        <p:spPr bwMode="auto">
          <a:xfrm>
            <a:off x="2215518" y="3678397"/>
            <a:ext cx="369887" cy="320675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5" name="AutoShape 45">
            <a:extLst>
              <a:ext uri="{FF2B5EF4-FFF2-40B4-BE49-F238E27FC236}">
                <a16:creationId xmlns:a16="http://schemas.microsoft.com/office/drawing/2014/main" id="{7E48B9F6-D0F9-450F-9073-DF89DEB2ECC3}"/>
              </a:ext>
            </a:extLst>
          </p:cNvPr>
          <p:cNvCxnSpPr>
            <a:cxnSpLocks noChangeShapeType="1"/>
            <a:stCxn id="123" idx="6"/>
            <a:endCxn id="140" idx="2"/>
          </p:cNvCxnSpPr>
          <p:nvPr/>
        </p:nvCxnSpPr>
        <p:spPr bwMode="auto">
          <a:xfrm>
            <a:off x="2866393" y="4116547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6" name="AutoShape 46">
            <a:extLst>
              <a:ext uri="{FF2B5EF4-FFF2-40B4-BE49-F238E27FC236}">
                <a16:creationId xmlns:a16="http://schemas.microsoft.com/office/drawing/2014/main" id="{DD567C9C-9AFF-45CA-9BBA-FEE5F603713D}"/>
              </a:ext>
            </a:extLst>
          </p:cNvPr>
          <p:cNvCxnSpPr>
            <a:cxnSpLocks noChangeShapeType="1"/>
            <a:stCxn id="121" idx="5"/>
            <a:endCxn id="140" idx="1"/>
          </p:cNvCxnSpPr>
          <p:nvPr/>
        </p:nvCxnSpPr>
        <p:spPr bwMode="auto">
          <a:xfrm>
            <a:off x="2818768" y="3678397"/>
            <a:ext cx="371475" cy="32067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" name="AutoShape 47">
            <a:extLst>
              <a:ext uri="{FF2B5EF4-FFF2-40B4-BE49-F238E27FC236}">
                <a16:creationId xmlns:a16="http://schemas.microsoft.com/office/drawing/2014/main" id="{6CED6435-B03E-4207-A06A-D5B615E82831}"/>
              </a:ext>
            </a:extLst>
          </p:cNvPr>
          <p:cNvCxnSpPr>
            <a:cxnSpLocks noChangeShapeType="1"/>
            <a:stCxn id="140" idx="6"/>
            <a:endCxn id="157" idx="2"/>
          </p:cNvCxnSpPr>
          <p:nvPr/>
        </p:nvCxnSpPr>
        <p:spPr bwMode="auto">
          <a:xfrm>
            <a:off x="3471230" y="4116547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AutoShape 48">
            <a:extLst>
              <a:ext uri="{FF2B5EF4-FFF2-40B4-BE49-F238E27FC236}">
                <a16:creationId xmlns:a16="http://schemas.microsoft.com/office/drawing/2014/main" id="{CD0F59B5-94C1-4A14-B2A3-AA3058CD0315}"/>
              </a:ext>
            </a:extLst>
          </p:cNvPr>
          <p:cNvCxnSpPr>
            <a:cxnSpLocks noChangeShapeType="1"/>
            <a:stCxn id="138" idx="5"/>
            <a:endCxn id="157" idx="1"/>
          </p:cNvCxnSpPr>
          <p:nvPr/>
        </p:nvCxnSpPr>
        <p:spPr bwMode="auto">
          <a:xfrm>
            <a:off x="3422018" y="3678397"/>
            <a:ext cx="373062" cy="32067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9" name="Text Box 49">
            <a:extLst>
              <a:ext uri="{FF2B5EF4-FFF2-40B4-BE49-F238E27FC236}">
                <a16:creationId xmlns:a16="http://schemas.microsoft.com/office/drawing/2014/main" id="{AE318169-EB98-4F6A-A673-B968E7C52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4799" y="821601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S</a:t>
            </a:r>
            <a:endParaRPr lang="en-US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6ED18DF1-9E0D-45F5-BD99-C5DCEC3A5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349" y="821601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V</a:t>
            </a:r>
            <a:endParaRPr lang="en-US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1" name="Text Box 51">
            <a:extLst>
              <a:ext uri="{FF2B5EF4-FFF2-40B4-BE49-F238E27FC236}">
                <a16:creationId xmlns:a16="http://schemas.microsoft.com/office/drawing/2014/main" id="{805784EB-54A7-4938-9BD9-47E682F69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599" y="821601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E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2" name="Text Box 52">
            <a:extLst>
              <a:ext uri="{FF2B5EF4-FFF2-40B4-BE49-F238E27FC236}">
                <a16:creationId xmlns:a16="http://schemas.microsoft.com/office/drawing/2014/main" id="{A796F00A-E3CB-4396-AF19-02E53A115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199" y="821601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3" name="Text Box 53">
            <a:extLst>
              <a:ext uri="{FF2B5EF4-FFF2-40B4-BE49-F238E27FC236}">
                <a16:creationId xmlns:a16="http://schemas.microsoft.com/office/drawing/2014/main" id="{9898829A-D40D-450F-89CC-2E9BD832A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086" y="821601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D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4" name="Text Box 54">
            <a:extLst>
              <a:ext uri="{FF2B5EF4-FFF2-40B4-BE49-F238E27FC236}">
                <a16:creationId xmlns:a16="http://schemas.microsoft.com/office/drawing/2014/main" id="{F1DF91C9-985B-4C6E-856F-28CB8E20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1715129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5" name="Text Box 55">
            <a:extLst>
              <a:ext uri="{FF2B5EF4-FFF2-40B4-BE49-F238E27FC236}">
                <a16:creationId xmlns:a16="http://schemas.microsoft.com/office/drawing/2014/main" id="{755C9B8B-4DE6-4A39-8658-57F10F32F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2264404"/>
            <a:ext cx="327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S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BDA902C5-9F82-49E6-AD2B-6A0BEB352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2816854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V</a:t>
            </a:r>
            <a:endParaRPr lang="en-US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7" name="Text Box 57">
            <a:extLst>
              <a:ext uri="{FF2B5EF4-FFF2-40B4-BE49-F238E27FC236}">
                <a16:creationId xmlns:a16="http://schemas.microsoft.com/office/drawing/2014/main" id="{D2142D4B-F3DF-4131-8414-6EFE741D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3367717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N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8" name="Text Box 58">
            <a:extLst>
              <a:ext uri="{FF2B5EF4-FFF2-40B4-BE49-F238E27FC236}">
                <a16:creationId xmlns:a16="http://schemas.microsoft.com/office/drawing/2014/main" id="{5DF608FC-892A-4CD0-82D9-66AC928E2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3921754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Q</a:t>
            </a:r>
            <a:endParaRPr lang="en-US" sz="2000" dirty="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59" name="Text Box 59">
            <a:extLst>
              <a:ext uri="{FF2B5EF4-FFF2-40B4-BE49-F238E27FC236}">
                <a16:creationId xmlns:a16="http://schemas.microsoft.com/office/drawing/2014/main" id="{F5E7540A-BE9C-49D7-9A16-93F495AA1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4471029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E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sp>
        <p:nvSpPr>
          <p:cNvPr id="60" name="Text Box 60">
            <a:extLst>
              <a:ext uri="{FF2B5EF4-FFF2-40B4-BE49-F238E27FC236}">
                <a16:creationId xmlns:a16="http://schemas.microsoft.com/office/drawing/2014/main" id="{52E34AA9-B772-475D-A90C-2C203E252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16" y="5021892"/>
            <a:ext cx="34176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T</a:t>
            </a:r>
            <a:endParaRPr lang="en-US" sz="2000">
              <a:latin typeface="Times New Roman" panose="02020603050405020304" pitchFamily="18" charset="0"/>
              <a:ea typeface="ＭＳ Ｐゴシック" charset="0"/>
              <a:cs typeface="Times New Roman" panose="02020603050405020304" pitchFamily="18" charset="0"/>
            </a:endParaRPr>
          </a:p>
        </p:txBody>
      </p:sp>
      <p:cxnSp>
        <p:nvCxnSpPr>
          <p:cNvPr id="61" name="AutoShape 61">
            <a:extLst>
              <a:ext uri="{FF2B5EF4-FFF2-40B4-BE49-F238E27FC236}">
                <a16:creationId xmlns:a16="http://schemas.microsoft.com/office/drawing/2014/main" id="{AFD6B8FC-74A5-4345-9756-F90BD7C24277}"/>
              </a:ext>
            </a:extLst>
          </p:cNvPr>
          <p:cNvCxnSpPr>
            <a:cxnSpLocks noChangeShapeType="1"/>
            <a:stCxn id="148" idx="6"/>
            <a:endCxn id="166" idx="2"/>
          </p:cNvCxnSpPr>
          <p:nvPr/>
        </p:nvCxnSpPr>
        <p:spPr bwMode="auto">
          <a:xfrm>
            <a:off x="4076068" y="1359059"/>
            <a:ext cx="2778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2" name="AutoShape 62">
            <a:extLst>
              <a:ext uri="{FF2B5EF4-FFF2-40B4-BE49-F238E27FC236}">
                <a16:creationId xmlns:a16="http://schemas.microsoft.com/office/drawing/2014/main" id="{4E0DEFFE-CF3E-4649-9457-92FDADFA2583}"/>
              </a:ext>
            </a:extLst>
          </p:cNvPr>
          <p:cNvCxnSpPr>
            <a:cxnSpLocks noChangeShapeType="1"/>
            <a:stCxn id="149" idx="6"/>
            <a:endCxn id="167" idx="2"/>
          </p:cNvCxnSpPr>
          <p:nvPr/>
        </p:nvCxnSpPr>
        <p:spPr bwMode="auto">
          <a:xfrm>
            <a:off x="4076068" y="1909922"/>
            <a:ext cx="2778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AutoShape 63">
            <a:extLst>
              <a:ext uri="{FF2B5EF4-FFF2-40B4-BE49-F238E27FC236}">
                <a16:creationId xmlns:a16="http://schemas.microsoft.com/office/drawing/2014/main" id="{0AAD00DC-8FAA-4C2B-8217-53DCD05E7964}"/>
              </a:ext>
            </a:extLst>
          </p:cNvPr>
          <p:cNvCxnSpPr>
            <a:cxnSpLocks noChangeShapeType="1"/>
            <a:stCxn id="150" idx="6"/>
            <a:endCxn id="168" idx="2"/>
          </p:cNvCxnSpPr>
          <p:nvPr/>
        </p:nvCxnSpPr>
        <p:spPr bwMode="auto">
          <a:xfrm>
            <a:off x="4076068" y="2460784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AutoShape 64">
            <a:extLst>
              <a:ext uri="{FF2B5EF4-FFF2-40B4-BE49-F238E27FC236}">
                <a16:creationId xmlns:a16="http://schemas.microsoft.com/office/drawing/2014/main" id="{C10B81B4-A200-44B1-8D53-33EB21992FD1}"/>
              </a:ext>
            </a:extLst>
          </p:cNvPr>
          <p:cNvCxnSpPr>
            <a:cxnSpLocks noChangeShapeType="1"/>
            <a:stCxn id="151" idx="6"/>
            <a:endCxn id="169" idx="2"/>
          </p:cNvCxnSpPr>
          <p:nvPr/>
        </p:nvCxnSpPr>
        <p:spPr bwMode="auto">
          <a:xfrm>
            <a:off x="4076068" y="3011647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5" name="AutoShape 65">
            <a:extLst>
              <a:ext uri="{FF2B5EF4-FFF2-40B4-BE49-F238E27FC236}">
                <a16:creationId xmlns:a16="http://schemas.microsoft.com/office/drawing/2014/main" id="{69491E30-02B0-45F1-99C0-9D0EB0B09A94}"/>
              </a:ext>
            </a:extLst>
          </p:cNvPr>
          <p:cNvCxnSpPr>
            <a:cxnSpLocks noChangeShapeType="1"/>
            <a:stCxn id="148" idx="5"/>
            <a:endCxn id="167" idx="1"/>
          </p:cNvCxnSpPr>
          <p:nvPr/>
        </p:nvCxnSpPr>
        <p:spPr bwMode="auto">
          <a:xfrm>
            <a:off x="4028443" y="1474947"/>
            <a:ext cx="371475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6" name="AutoShape 66">
            <a:extLst>
              <a:ext uri="{FF2B5EF4-FFF2-40B4-BE49-F238E27FC236}">
                <a16:creationId xmlns:a16="http://schemas.microsoft.com/office/drawing/2014/main" id="{B8592CD7-9080-4E43-A739-14B59D2C9200}"/>
              </a:ext>
            </a:extLst>
          </p:cNvPr>
          <p:cNvCxnSpPr>
            <a:cxnSpLocks noChangeShapeType="1"/>
            <a:stCxn id="149" idx="5"/>
            <a:endCxn id="168" idx="1"/>
          </p:cNvCxnSpPr>
          <p:nvPr/>
        </p:nvCxnSpPr>
        <p:spPr bwMode="auto">
          <a:xfrm>
            <a:off x="4028443" y="2025809"/>
            <a:ext cx="371475" cy="3190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7" name="AutoShape 67">
            <a:extLst>
              <a:ext uri="{FF2B5EF4-FFF2-40B4-BE49-F238E27FC236}">
                <a16:creationId xmlns:a16="http://schemas.microsoft.com/office/drawing/2014/main" id="{C07FCA40-1BE4-4FBD-9C00-E0A6A611FAF0}"/>
              </a:ext>
            </a:extLst>
          </p:cNvPr>
          <p:cNvCxnSpPr>
            <a:cxnSpLocks noChangeShapeType="1"/>
            <a:stCxn id="150" idx="5"/>
            <a:endCxn id="169" idx="1"/>
          </p:cNvCxnSpPr>
          <p:nvPr/>
        </p:nvCxnSpPr>
        <p:spPr bwMode="auto">
          <a:xfrm>
            <a:off x="4028443" y="2576672"/>
            <a:ext cx="371475" cy="3175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8" name="AutoShape 68">
            <a:extLst>
              <a:ext uri="{FF2B5EF4-FFF2-40B4-BE49-F238E27FC236}">
                <a16:creationId xmlns:a16="http://schemas.microsoft.com/office/drawing/2014/main" id="{AE1EF0DA-4549-4CCE-AF7A-C320FFF27D9A}"/>
              </a:ext>
            </a:extLst>
          </p:cNvPr>
          <p:cNvCxnSpPr>
            <a:cxnSpLocks noChangeShapeType="1"/>
            <a:stCxn id="155" idx="6"/>
            <a:endCxn id="173" idx="2"/>
          </p:cNvCxnSpPr>
          <p:nvPr/>
        </p:nvCxnSpPr>
        <p:spPr bwMode="auto">
          <a:xfrm>
            <a:off x="4076068" y="3562509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9" name="AutoShape 69">
            <a:extLst>
              <a:ext uri="{FF2B5EF4-FFF2-40B4-BE49-F238E27FC236}">
                <a16:creationId xmlns:a16="http://schemas.microsoft.com/office/drawing/2014/main" id="{F9BF6424-23B8-4D6A-9F20-145A1455D407}"/>
              </a:ext>
            </a:extLst>
          </p:cNvPr>
          <p:cNvCxnSpPr>
            <a:cxnSpLocks noChangeShapeType="1"/>
            <a:stCxn id="151" idx="5"/>
            <a:endCxn id="173" idx="1"/>
          </p:cNvCxnSpPr>
          <p:nvPr/>
        </p:nvCxnSpPr>
        <p:spPr bwMode="auto">
          <a:xfrm>
            <a:off x="4028443" y="3127534"/>
            <a:ext cx="371475" cy="3175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0" name="AutoShape 70">
            <a:extLst>
              <a:ext uri="{FF2B5EF4-FFF2-40B4-BE49-F238E27FC236}">
                <a16:creationId xmlns:a16="http://schemas.microsoft.com/office/drawing/2014/main" id="{D10F5005-8CF9-4031-970B-DB37F654C01A}"/>
              </a:ext>
            </a:extLst>
          </p:cNvPr>
          <p:cNvCxnSpPr>
            <a:cxnSpLocks noChangeShapeType="1"/>
            <a:stCxn id="157" idx="6"/>
            <a:endCxn id="175" idx="2"/>
          </p:cNvCxnSpPr>
          <p:nvPr/>
        </p:nvCxnSpPr>
        <p:spPr bwMode="auto">
          <a:xfrm>
            <a:off x="4076068" y="4116547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AutoShape 71">
            <a:extLst>
              <a:ext uri="{FF2B5EF4-FFF2-40B4-BE49-F238E27FC236}">
                <a16:creationId xmlns:a16="http://schemas.microsoft.com/office/drawing/2014/main" id="{102324B8-E905-4B92-BDF1-FC909FEB2CFF}"/>
              </a:ext>
            </a:extLst>
          </p:cNvPr>
          <p:cNvCxnSpPr>
            <a:cxnSpLocks noChangeShapeType="1"/>
            <a:stCxn id="155" idx="5"/>
            <a:endCxn id="175" idx="1"/>
          </p:cNvCxnSpPr>
          <p:nvPr/>
        </p:nvCxnSpPr>
        <p:spPr bwMode="auto">
          <a:xfrm>
            <a:off x="4028443" y="3678397"/>
            <a:ext cx="371475" cy="32067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2" name="AutoShape 72">
            <a:extLst>
              <a:ext uri="{FF2B5EF4-FFF2-40B4-BE49-F238E27FC236}">
                <a16:creationId xmlns:a16="http://schemas.microsoft.com/office/drawing/2014/main" id="{3710BC68-8B30-4A9F-AA19-023500C5556C}"/>
              </a:ext>
            </a:extLst>
          </p:cNvPr>
          <p:cNvCxnSpPr>
            <a:cxnSpLocks noChangeShapeType="1"/>
            <a:stCxn id="90" idx="5"/>
            <a:endCxn id="109" idx="1"/>
          </p:cNvCxnSpPr>
          <p:nvPr/>
        </p:nvCxnSpPr>
        <p:spPr bwMode="auto">
          <a:xfrm>
            <a:off x="1609093" y="4230847"/>
            <a:ext cx="373062" cy="3302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3" name="AutoShape 73">
            <a:extLst>
              <a:ext uri="{FF2B5EF4-FFF2-40B4-BE49-F238E27FC236}">
                <a16:creationId xmlns:a16="http://schemas.microsoft.com/office/drawing/2014/main" id="{21BF54DE-A4F7-4836-B706-7BE1927D6333}"/>
              </a:ext>
            </a:extLst>
          </p:cNvPr>
          <p:cNvCxnSpPr>
            <a:cxnSpLocks noChangeShapeType="1"/>
            <a:stCxn id="106" idx="5"/>
            <a:endCxn id="126" idx="1"/>
          </p:cNvCxnSpPr>
          <p:nvPr/>
        </p:nvCxnSpPr>
        <p:spPr bwMode="auto">
          <a:xfrm>
            <a:off x="2215518" y="4230847"/>
            <a:ext cx="369887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4" name="AutoShape 74">
            <a:extLst>
              <a:ext uri="{FF2B5EF4-FFF2-40B4-BE49-F238E27FC236}">
                <a16:creationId xmlns:a16="http://schemas.microsoft.com/office/drawing/2014/main" id="{13AAD8F4-E7D8-4A47-9798-AB289B924E8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13240" y="4230464"/>
            <a:ext cx="373828" cy="330966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AutoShape 75">
            <a:extLst>
              <a:ext uri="{FF2B5EF4-FFF2-40B4-BE49-F238E27FC236}">
                <a16:creationId xmlns:a16="http://schemas.microsoft.com/office/drawing/2014/main" id="{7A58DA6F-EBDC-42CE-93C8-9280094F09E7}"/>
              </a:ext>
            </a:extLst>
          </p:cNvPr>
          <p:cNvCxnSpPr>
            <a:cxnSpLocks noChangeShapeType="1"/>
            <a:stCxn id="140" idx="5"/>
            <a:endCxn id="160" idx="1"/>
          </p:cNvCxnSpPr>
          <p:nvPr/>
        </p:nvCxnSpPr>
        <p:spPr bwMode="auto">
          <a:xfrm>
            <a:off x="3422018" y="4230847"/>
            <a:ext cx="373062" cy="3302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AutoShape 76">
            <a:extLst>
              <a:ext uri="{FF2B5EF4-FFF2-40B4-BE49-F238E27FC236}">
                <a16:creationId xmlns:a16="http://schemas.microsoft.com/office/drawing/2014/main" id="{74D95ADC-2B37-48B6-8775-FC7A1D46B7D3}"/>
              </a:ext>
            </a:extLst>
          </p:cNvPr>
          <p:cNvCxnSpPr>
            <a:cxnSpLocks noChangeShapeType="1"/>
            <a:stCxn id="157" idx="5"/>
            <a:endCxn id="178" idx="1"/>
          </p:cNvCxnSpPr>
          <p:nvPr/>
        </p:nvCxnSpPr>
        <p:spPr bwMode="auto">
          <a:xfrm>
            <a:off x="4028443" y="4230847"/>
            <a:ext cx="371475" cy="33020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AutoShape 77">
            <a:extLst>
              <a:ext uri="{FF2B5EF4-FFF2-40B4-BE49-F238E27FC236}">
                <a16:creationId xmlns:a16="http://schemas.microsoft.com/office/drawing/2014/main" id="{2E9EDDCC-4174-4AEC-9A23-8AEE52FEE8AF}"/>
              </a:ext>
            </a:extLst>
          </p:cNvPr>
          <p:cNvCxnSpPr>
            <a:cxnSpLocks noChangeShapeType="1"/>
            <a:stCxn id="93" idx="6"/>
            <a:endCxn id="109" idx="2"/>
          </p:cNvCxnSpPr>
          <p:nvPr/>
        </p:nvCxnSpPr>
        <p:spPr bwMode="auto">
          <a:xfrm>
            <a:off x="1658305" y="4678522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8" name="AutoShape 78">
            <a:extLst>
              <a:ext uri="{FF2B5EF4-FFF2-40B4-BE49-F238E27FC236}">
                <a16:creationId xmlns:a16="http://schemas.microsoft.com/office/drawing/2014/main" id="{24E32054-2680-455F-B8EC-D3D73ECA2519}"/>
              </a:ext>
            </a:extLst>
          </p:cNvPr>
          <p:cNvCxnSpPr>
            <a:cxnSpLocks noChangeShapeType="1"/>
            <a:stCxn id="109" idx="6"/>
            <a:endCxn id="126" idx="2"/>
          </p:cNvCxnSpPr>
          <p:nvPr/>
        </p:nvCxnSpPr>
        <p:spPr bwMode="auto">
          <a:xfrm>
            <a:off x="2263143" y="4678522"/>
            <a:ext cx="274637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AutoShape 79">
            <a:extLst>
              <a:ext uri="{FF2B5EF4-FFF2-40B4-BE49-F238E27FC236}">
                <a16:creationId xmlns:a16="http://schemas.microsoft.com/office/drawing/2014/main" id="{B6943380-8B0D-4AAE-BDBB-C8B57FE77804}"/>
              </a:ext>
            </a:extLst>
          </p:cNvPr>
          <p:cNvCxnSpPr>
            <a:cxnSpLocks noChangeShapeType="1"/>
            <a:stCxn id="126" idx="6"/>
            <a:endCxn id="143" idx="2"/>
          </p:cNvCxnSpPr>
          <p:nvPr/>
        </p:nvCxnSpPr>
        <p:spPr bwMode="auto">
          <a:xfrm>
            <a:off x="2866393" y="4678522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AutoShape 80">
            <a:extLst>
              <a:ext uri="{FF2B5EF4-FFF2-40B4-BE49-F238E27FC236}">
                <a16:creationId xmlns:a16="http://schemas.microsoft.com/office/drawing/2014/main" id="{419420FF-A553-436F-AF14-02C29B711793}"/>
              </a:ext>
            </a:extLst>
          </p:cNvPr>
          <p:cNvCxnSpPr>
            <a:cxnSpLocks noChangeShapeType="1"/>
            <a:stCxn id="143" idx="6"/>
            <a:endCxn id="160" idx="2"/>
          </p:cNvCxnSpPr>
          <p:nvPr/>
        </p:nvCxnSpPr>
        <p:spPr bwMode="auto">
          <a:xfrm>
            <a:off x="3471230" y="4678522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1" name="Oval 81">
            <a:extLst>
              <a:ext uri="{FF2B5EF4-FFF2-40B4-BE49-F238E27FC236}">
                <a16:creationId xmlns:a16="http://schemas.microsoft.com/office/drawing/2014/main" id="{B044768E-8191-4ECA-8C5E-713AACB33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918" y="1186022"/>
            <a:ext cx="325437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" name="Oval 82">
            <a:extLst>
              <a:ext uri="{FF2B5EF4-FFF2-40B4-BE49-F238E27FC236}">
                <a16:creationId xmlns:a16="http://schemas.microsoft.com/office/drawing/2014/main" id="{4C956E38-D515-4A6D-9481-A146DE8E9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1744822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3" name="Oval 83">
            <a:extLst>
              <a:ext uri="{FF2B5EF4-FFF2-40B4-BE49-F238E27FC236}">
                <a16:creationId xmlns:a16="http://schemas.microsoft.com/office/drawing/2014/main" id="{ABA2C71F-0D39-413C-887F-EC39AD4A3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2295684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4" name="Oval 84">
            <a:extLst>
              <a:ext uri="{FF2B5EF4-FFF2-40B4-BE49-F238E27FC236}">
                <a16:creationId xmlns:a16="http://schemas.microsoft.com/office/drawing/2014/main" id="{5C269E75-A480-4AB5-9217-0FAD3308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2846547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85" name="AutoShape 85">
            <a:extLst>
              <a:ext uri="{FF2B5EF4-FFF2-40B4-BE49-F238E27FC236}">
                <a16:creationId xmlns:a16="http://schemas.microsoft.com/office/drawing/2014/main" id="{20568A4C-5AA6-44F0-A953-3D44F9C3D6BE}"/>
              </a:ext>
            </a:extLst>
          </p:cNvPr>
          <p:cNvCxnSpPr>
            <a:cxnSpLocks noChangeShapeType="1"/>
            <a:stCxn id="81" idx="4"/>
            <a:endCxn id="82" idx="0"/>
          </p:cNvCxnSpPr>
          <p:nvPr/>
        </p:nvCxnSpPr>
        <p:spPr bwMode="auto">
          <a:xfrm flipH="1">
            <a:off x="1494793" y="1513047"/>
            <a:ext cx="20637" cy="23177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6" name="AutoShape 86">
            <a:extLst>
              <a:ext uri="{FF2B5EF4-FFF2-40B4-BE49-F238E27FC236}">
                <a16:creationId xmlns:a16="http://schemas.microsoft.com/office/drawing/2014/main" id="{C2BC3F9B-64DD-4DAB-8B49-306B70A40F39}"/>
              </a:ext>
            </a:extLst>
          </p:cNvPr>
          <p:cNvCxnSpPr>
            <a:cxnSpLocks noChangeShapeType="1"/>
            <a:stCxn id="82" idx="4"/>
            <a:endCxn id="83" idx="0"/>
          </p:cNvCxnSpPr>
          <p:nvPr/>
        </p:nvCxnSpPr>
        <p:spPr bwMode="auto">
          <a:xfrm>
            <a:off x="1493205" y="2071847"/>
            <a:ext cx="0" cy="223837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7" name="AutoShape 87">
            <a:extLst>
              <a:ext uri="{FF2B5EF4-FFF2-40B4-BE49-F238E27FC236}">
                <a16:creationId xmlns:a16="http://schemas.microsoft.com/office/drawing/2014/main" id="{18AC9AE3-46E8-47FB-8B58-2E4A2ED0687A}"/>
              </a:ext>
            </a:extLst>
          </p:cNvPr>
          <p:cNvCxnSpPr>
            <a:cxnSpLocks noChangeShapeType="1"/>
            <a:stCxn id="83" idx="4"/>
            <a:endCxn id="84" idx="0"/>
          </p:cNvCxnSpPr>
          <p:nvPr/>
        </p:nvCxnSpPr>
        <p:spPr bwMode="auto">
          <a:xfrm>
            <a:off x="1493205" y="2624297"/>
            <a:ext cx="0" cy="22225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8" name="Oval 88">
            <a:extLst>
              <a:ext uri="{FF2B5EF4-FFF2-40B4-BE49-F238E27FC236}">
                <a16:creationId xmlns:a16="http://schemas.microsoft.com/office/drawing/2014/main" id="{3198E1F9-DCA8-4233-90C3-1F0A96950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3397409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89" name="AutoShape 89">
            <a:extLst>
              <a:ext uri="{FF2B5EF4-FFF2-40B4-BE49-F238E27FC236}">
                <a16:creationId xmlns:a16="http://schemas.microsoft.com/office/drawing/2014/main" id="{835CFB5E-4E9F-42EC-8ABB-E8C5FB74B89D}"/>
              </a:ext>
            </a:extLst>
          </p:cNvPr>
          <p:cNvCxnSpPr>
            <a:cxnSpLocks noChangeShapeType="1"/>
            <a:stCxn id="84" idx="4"/>
            <a:endCxn id="88" idx="0"/>
          </p:cNvCxnSpPr>
          <p:nvPr/>
        </p:nvCxnSpPr>
        <p:spPr bwMode="auto">
          <a:xfrm>
            <a:off x="1493205" y="3175159"/>
            <a:ext cx="0" cy="22225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0" name="Oval 90">
            <a:extLst>
              <a:ext uri="{FF2B5EF4-FFF2-40B4-BE49-F238E27FC236}">
                <a16:creationId xmlns:a16="http://schemas.microsoft.com/office/drawing/2014/main" id="{A0A90297-B373-4EFA-8C84-D3A70BCDD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3951447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b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91" name="AutoShape 91">
            <a:extLst>
              <a:ext uri="{FF2B5EF4-FFF2-40B4-BE49-F238E27FC236}">
                <a16:creationId xmlns:a16="http://schemas.microsoft.com/office/drawing/2014/main" id="{7F6C18C1-959D-4DA8-AC91-ED9D618A1CD8}"/>
              </a:ext>
            </a:extLst>
          </p:cNvPr>
          <p:cNvCxnSpPr>
            <a:cxnSpLocks noChangeShapeType="1"/>
            <a:stCxn id="88" idx="4"/>
            <a:endCxn id="90" idx="0"/>
          </p:cNvCxnSpPr>
          <p:nvPr/>
        </p:nvCxnSpPr>
        <p:spPr bwMode="auto">
          <a:xfrm>
            <a:off x="1493205" y="3726022"/>
            <a:ext cx="0" cy="225425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2" name="AutoShape 92">
            <a:extLst>
              <a:ext uri="{FF2B5EF4-FFF2-40B4-BE49-F238E27FC236}">
                <a16:creationId xmlns:a16="http://schemas.microsoft.com/office/drawing/2014/main" id="{3D8DAB5E-6220-4319-B08D-7FB719269DBD}"/>
              </a:ext>
            </a:extLst>
          </p:cNvPr>
          <p:cNvCxnSpPr>
            <a:cxnSpLocks noChangeShapeType="1"/>
            <a:stCxn id="90" idx="4"/>
            <a:endCxn id="93" idx="0"/>
          </p:cNvCxnSpPr>
          <p:nvPr/>
        </p:nvCxnSpPr>
        <p:spPr bwMode="auto">
          <a:xfrm>
            <a:off x="1493205" y="4278472"/>
            <a:ext cx="0" cy="23495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3" name="Oval 93">
            <a:extLst>
              <a:ext uri="{FF2B5EF4-FFF2-40B4-BE49-F238E27FC236}">
                <a16:creationId xmlns:a16="http://schemas.microsoft.com/office/drawing/2014/main" id="{8BB5C84B-F14F-4ADB-8099-2C652378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451342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b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4" name="Oval 94">
            <a:extLst>
              <a:ext uri="{FF2B5EF4-FFF2-40B4-BE49-F238E27FC236}">
                <a16:creationId xmlns:a16="http://schemas.microsoft.com/office/drawing/2014/main" id="{5236CB7B-254F-403F-AF17-D2853B617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80" y="506587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b="1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95" name="AutoShape 95">
            <a:extLst>
              <a:ext uri="{FF2B5EF4-FFF2-40B4-BE49-F238E27FC236}">
                <a16:creationId xmlns:a16="http://schemas.microsoft.com/office/drawing/2014/main" id="{A3205E69-D675-4598-B08B-74597DAEB3B2}"/>
              </a:ext>
            </a:extLst>
          </p:cNvPr>
          <p:cNvCxnSpPr>
            <a:cxnSpLocks noChangeShapeType="1"/>
            <a:stCxn id="93" idx="4"/>
            <a:endCxn id="94" idx="0"/>
          </p:cNvCxnSpPr>
          <p:nvPr/>
        </p:nvCxnSpPr>
        <p:spPr bwMode="auto">
          <a:xfrm>
            <a:off x="1493205" y="4842034"/>
            <a:ext cx="0" cy="22383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6" name="AutoShape 96">
            <a:extLst>
              <a:ext uri="{FF2B5EF4-FFF2-40B4-BE49-F238E27FC236}">
                <a16:creationId xmlns:a16="http://schemas.microsoft.com/office/drawing/2014/main" id="{46CB47D6-3E1F-4A61-9764-9D0CD91ADFEB}"/>
              </a:ext>
            </a:extLst>
          </p:cNvPr>
          <p:cNvCxnSpPr>
            <a:cxnSpLocks noChangeShapeType="1"/>
            <a:stCxn id="94" idx="6"/>
            <a:endCxn id="110" idx="2"/>
          </p:cNvCxnSpPr>
          <p:nvPr/>
        </p:nvCxnSpPr>
        <p:spPr bwMode="auto">
          <a:xfrm>
            <a:off x="1658305" y="5232559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7" name="Oval 97">
            <a:extLst>
              <a:ext uri="{FF2B5EF4-FFF2-40B4-BE49-F238E27FC236}">
                <a16:creationId xmlns:a16="http://schemas.microsoft.com/office/drawing/2014/main" id="{0D0B8CBF-AB03-400C-AFB0-DA3B47DE3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1193959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8" name="Oval 98">
            <a:extLst>
              <a:ext uri="{FF2B5EF4-FFF2-40B4-BE49-F238E27FC236}">
                <a16:creationId xmlns:a16="http://schemas.microsoft.com/office/drawing/2014/main" id="{BC61D841-6DAB-4F31-8856-3013D7004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1744822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9" name="Oval 99">
            <a:extLst>
              <a:ext uri="{FF2B5EF4-FFF2-40B4-BE49-F238E27FC236}">
                <a16:creationId xmlns:a16="http://schemas.microsoft.com/office/drawing/2014/main" id="{D83F40D7-73E0-424C-A625-30964C7C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2295684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0" name="Oval 100">
            <a:extLst>
              <a:ext uri="{FF2B5EF4-FFF2-40B4-BE49-F238E27FC236}">
                <a16:creationId xmlns:a16="http://schemas.microsoft.com/office/drawing/2014/main" id="{4CAA3847-D9F3-46A3-9703-557546C06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2846547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01" name="AutoShape 101">
            <a:extLst>
              <a:ext uri="{FF2B5EF4-FFF2-40B4-BE49-F238E27FC236}">
                <a16:creationId xmlns:a16="http://schemas.microsoft.com/office/drawing/2014/main" id="{75974B13-343F-479C-B930-7A78E61DE98A}"/>
              </a:ext>
            </a:extLst>
          </p:cNvPr>
          <p:cNvCxnSpPr>
            <a:cxnSpLocks noChangeShapeType="1"/>
            <a:stCxn id="97" idx="4"/>
            <a:endCxn id="98" idx="0"/>
          </p:cNvCxnSpPr>
          <p:nvPr/>
        </p:nvCxnSpPr>
        <p:spPr bwMode="auto">
          <a:xfrm>
            <a:off x="2098043" y="152098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2" name="AutoShape 102">
            <a:extLst>
              <a:ext uri="{FF2B5EF4-FFF2-40B4-BE49-F238E27FC236}">
                <a16:creationId xmlns:a16="http://schemas.microsoft.com/office/drawing/2014/main" id="{7C7DAABD-D802-4AE3-B017-9315D2B07667}"/>
              </a:ext>
            </a:extLst>
          </p:cNvPr>
          <p:cNvCxnSpPr>
            <a:cxnSpLocks noChangeShapeType="1"/>
            <a:stCxn id="98" idx="4"/>
            <a:endCxn id="99" idx="0"/>
          </p:cNvCxnSpPr>
          <p:nvPr/>
        </p:nvCxnSpPr>
        <p:spPr bwMode="auto">
          <a:xfrm>
            <a:off x="2098043" y="2071847"/>
            <a:ext cx="0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3" name="AutoShape 103">
            <a:extLst>
              <a:ext uri="{FF2B5EF4-FFF2-40B4-BE49-F238E27FC236}">
                <a16:creationId xmlns:a16="http://schemas.microsoft.com/office/drawing/2014/main" id="{CF7B950F-5968-4A76-94BC-E919C6B06287}"/>
              </a:ext>
            </a:extLst>
          </p:cNvPr>
          <p:cNvCxnSpPr>
            <a:cxnSpLocks noChangeShapeType="1"/>
            <a:stCxn id="99" idx="4"/>
            <a:endCxn id="100" idx="0"/>
          </p:cNvCxnSpPr>
          <p:nvPr/>
        </p:nvCxnSpPr>
        <p:spPr bwMode="auto">
          <a:xfrm>
            <a:off x="2098043" y="2624297"/>
            <a:ext cx="0" cy="22225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4" name="Oval 104">
            <a:extLst>
              <a:ext uri="{FF2B5EF4-FFF2-40B4-BE49-F238E27FC236}">
                <a16:creationId xmlns:a16="http://schemas.microsoft.com/office/drawing/2014/main" id="{A0141D38-422C-4889-B9A8-010F3F370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3397409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5" name="AutoShape 105">
            <a:extLst>
              <a:ext uri="{FF2B5EF4-FFF2-40B4-BE49-F238E27FC236}">
                <a16:creationId xmlns:a16="http://schemas.microsoft.com/office/drawing/2014/main" id="{A6DA0CFE-2723-4145-B790-244F0B16440F}"/>
              </a:ext>
            </a:extLst>
          </p:cNvPr>
          <p:cNvCxnSpPr>
            <a:cxnSpLocks noChangeShapeType="1"/>
            <a:stCxn id="100" idx="4"/>
            <a:endCxn id="104" idx="0"/>
          </p:cNvCxnSpPr>
          <p:nvPr/>
        </p:nvCxnSpPr>
        <p:spPr bwMode="auto">
          <a:xfrm>
            <a:off x="2098043" y="3175159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6" name="Oval 106">
            <a:extLst>
              <a:ext uri="{FF2B5EF4-FFF2-40B4-BE49-F238E27FC236}">
                <a16:creationId xmlns:a16="http://schemas.microsoft.com/office/drawing/2014/main" id="{2548ECA1-D59D-4BB3-93DF-B0CDA9ED9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3951447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07" name="AutoShape 107">
            <a:extLst>
              <a:ext uri="{FF2B5EF4-FFF2-40B4-BE49-F238E27FC236}">
                <a16:creationId xmlns:a16="http://schemas.microsoft.com/office/drawing/2014/main" id="{DE7F989E-77FC-425D-9451-D2F96B7C89D4}"/>
              </a:ext>
            </a:extLst>
          </p:cNvPr>
          <p:cNvCxnSpPr>
            <a:cxnSpLocks noChangeShapeType="1"/>
            <a:stCxn id="104" idx="4"/>
            <a:endCxn id="106" idx="0"/>
          </p:cNvCxnSpPr>
          <p:nvPr/>
        </p:nvCxnSpPr>
        <p:spPr bwMode="auto">
          <a:xfrm>
            <a:off x="2098043" y="3726022"/>
            <a:ext cx="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8" name="AutoShape 108">
            <a:extLst>
              <a:ext uri="{FF2B5EF4-FFF2-40B4-BE49-F238E27FC236}">
                <a16:creationId xmlns:a16="http://schemas.microsoft.com/office/drawing/2014/main" id="{E3BAE405-8F55-41DE-A3E5-8D6641B9A633}"/>
              </a:ext>
            </a:extLst>
          </p:cNvPr>
          <p:cNvCxnSpPr>
            <a:cxnSpLocks noChangeShapeType="1"/>
            <a:stCxn id="106" idx="4"/>
            <a:endCxn id="109" idx="0"/>
          </p:cNvCxnSpPr>
          <p:nvPr/>
        </p:nvCxnSpPr>
        <p:spPr bwMode="auto">
          <a:xfrm>
            <a:off x="2098043" y="4278472"/>
            <a:ext cx="0" cy="2349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09" name="Oval 109">
            <a:extLst>
              <a:ext uri="{FF2B5EF4-FFF2-40B4-BE49-F238E27FC236}">
                <a16:creationId xmlns:a16="http://schemas.microsoft.com/office/drawing/2014/main" id="{DB14BD45-A79D-469E-A8D6-B1D064EB9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4513422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Oval 110">
            <a:extLst>
              <a:ext uri="{FF2B5EF4-FFF2-40B4-BE49-F238E27FC236}">
                <a16:creationId xmlns:a16="http://schemas.microsoft.com/office/drawing/2014/main" id="{96651E88-6217-4278-9869-EAFE3770F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4530" y="5065872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1" name="AutoShape 111">
            <a:extLst>
              <a:ext uri="{FF2B5EF4-FFF2-40B4-BE49-F238E27FC236}">
                <a16:creationId xmlns:a16="http://schemas.microsoft.com/office/drawing/2014/main" id="{A7B855FE-67FF-44A6-B437-90ACFC9DA6DB}"/>
              </a:ext>
            </a:extLst>
          </p:cNvPr>
          <p:cNvCxnSpPr>
            <a:cxnSpLocks noChangeShapeType="1"/>
            <a:stCxn id="109" idx="4"/>
            <a:endCxn id="110" idx="0"/>
          </p:cNvCxnSpPr>
          <p:nvPr/>
        </p:nvCxnSpPr>
        <p:spPr bwMode="auto">
          <a:xfrm>
            <a:off x="2098043" y="484203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2" name="AutoShape 112">
            <a:extLst>
              <a:ext uri="{FF2B5EF4-FFF2-40B4-BE49-F238E27FC236}">
                <a16:creationId xmlns:a16="http://schemas.microsoft.com/office/drawing/2014/main" id="{62F4289C-4A34-4279-9DBB-79E000DBB0F7}"/>
              </a:ext>
            </a:extLst>
          </p:cNvPr>
          <p:cNvCxnSpPr>
            <a:cxnSpLocks noChangeShapeType="1"/>
            <a:stCxn id="93" idx="5"/>
            <a:endCxn id="110" idx="1"/>
          </p:cNvCxnSpPr>
          <p:nvPr/>
        </p:nvCxnSpPr>
        <p:spPr bwMode="auto">
          <a:xfrm>
            <a:off x="1609093" y="4794409"/>
            <a:ext cx="373062" cy="3190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3" name="AutoShape 113">
            <a:extLst>
              <a:ext uri="{FF2B5EF4-FFF2-40B4-BE49-F238E27FC236}">
                <a16:creationId xmlns:a16="http://schemas.microsoft.com/office/drawing/2014/main" id="{F1AA90B1-8208-4BCA-BF37-AF245A029EC7}"/>
              </a:ext>
            </a:extLst>
          </p:cNvPr>
          <p:cNvCxnSpPr>
            <a:cxnSpLocks noChangeShapeType="1"/>
            <a:stCxn id="110" idx="6"/>
            <a:endCxn id="127" idx="2"/>
          </p:cNvCxnSpPr>
          <p:nvPr/>
        </p:nvCxnSpPr>
        <p:spPr bwMode="auto">
          <a:xfrm>
            <a:off x="2263143" y="5232559"/>
            <a:ext cx="274637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4" name="Oval 114">
            <a:extLst>
              <a:ext uri="{FF2B5EF4-FFF2-40B4-BE49-F238E27FC236}">
                <a16:creationId xmlns:a16="http://schemas.microsoft.com/office/drawing/2014/main" id="{629804E0-930A-442F-A888-FE276BD04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1193959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fr-FR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Oval 115">
            <a:extLst>
              <a:ext uri="{FF2B5EF4-FFF2-40B4-BE49-F238E27FC236}">
                <a16:creationId xmlns:a16="http://schemas.microsoft.com/office/drawing/2014/main" id="{CC71A548-6618-4678-977B-F92DF66F7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1744822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6" name="Oval 116">
            <a:extLst>
              <a:ext uri="{FF2B5EF4-FFF2-40B4-BE49-F238E27FC236}">
                <a16:creationId xmlns:a16="http://schemas.microsoft.com/office/drawing/2014/main" id="{BA045C7E-1B5F-4AF5-AF03-475E5A715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2295684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7" name="Oval 117">
            <a:extLst>
              <a:ext uri="{FF2B5EF4-FFF2-40B4-BE49-F238E27FC236}">
                <a16:creationId xmlns:a16="http://schemas.microsoft.com/office/drawing/2014/main" id="{A8C6CC07-F103-4976-B10B-D0B5D9478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2846547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18" name="AutoShape 118">
            <a:extLst>
              <a:ext uri="{FF2B5EF4-FFF2-40B4-BE49-F238E27FC236}">
                <a16:creationId xmlns:a16="http://schemas.microsoft.com/office/drawing/2014/main" id="{395108AE-7D1E-4F15-B6F7-DFD05ABFF0B5}"/>
              </a:ext>
            </a:extLst>
          </p:cNvPr>
          <p:cNvCxnSpPr>
            <a:cxnSpLocks noChangeShapeType="1"/>
            <a:stCxn id="114" idx="4"/>
            <a:endCxn id="115" idx="0"/>
          </p:cNvCxnSpPr>
          <p:nvPr/>
        </p:nvCxnSpPr>
        <p:spPr bwMode="auto">
          <a:xfrm>
            <a:off x="2702880" y="152098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9" name="AutoShape 119">
            <a:extLst>
              <a:ext uri="{FF2B5EF4-FFF2-40B4-BE49-F238E27FC236}">
                <a16:creationId xmlns:a16="http://schemas.microsoft.com/office/drawing/2014/main" id="{C2928460-4F83-444C-A641-CE67ABDF8AA2}"/>
              </a:ext>
            </a:extLst>
          </p:cNvPr>
          <p:cNvCxnSpPr>
            <a:cxnSpLocks noChangeShapeType="1"/>
            <a:stCxn id="115" idx="4"/>
            <a:endCxn id="116" idx="0"/>
          </p:cNvCxnSpPr>
          <p:nvPr/>
        </p:nvCxnSpPr>
        <p:spPr bwMode="auto">
          <a:xfrm>
            <a:off x="2702880" y="2071847"/>
            <a:ext cx="0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0" name="AutoShape 120">
            <a:extLst>
              <a:ext uri="{FF2B5EF4-FFF2-40B4-BE49-F238E27FC236}">
                <a16:creationId xmlns:a16="http://schemas.microsoft.com/office/drawing/2014/main" id="{1D8CB675-8F00-4462-B65C-5EA73D018581}"/>
              </a:ext>
            </a:extLst>
          </p:cNvPr>
          <p:cNvCxnSpPr>
            <a:cxnSpLocks noChangeShapeType="1"/>
            <a:stCxn id="116" idx="4"/>
            <a:endCxn id="117" idx="0"/>
          </p:cNvCxnSpPr>
          <p:nvPr/>
        </p:nvCxnSpPr>
        <p:spPr bwMode="auto">
          <a:xfrm>
            <a:off x="2702880" y="2624297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1" name="Oval 121">
            <a:extLst>
              <a:ext uri="{FF2B5EF4-FFF2-40B4-BE49-F238E27FC236}">
                <a16:creationId xmlns:a16="http://schemas.microsoft.com/office/drawing/2014/main" id="{3D0DC8B4-DB7D-4198-819E-457AFA80F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3397409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22" name="AutoShape 122">
            <a:extLst>
              <a:ext uri="{FF2B5EF4-FFF2-40B4-BE49-F238E27FC236}">
                <a16:creationId xmlns:a16="http://schemas.microsoft.com/office/drawing/2014/main" id="{4650AFC2-43EF-483B-9710-A6D27EF52526}"/>
              </a:ext>
            </a:extLst>
          </p:cNvPr>
          <p:cNvCxnSpPr>
            <a:cxnSpLocks noChangeShapeType="1"/>
            <a:stCxn id="121" idx="0"/>
            <a:endCxn id="117" idx="4"/>
          </p:cNvCxnSpPr>
          <p:nvPr/>
        </p:nvCxnSpPr>
        <p:spPr bwMode="auto">
          <a:xfrm flipV="1">
            <a:off x="2702087" y="3175159"/>
            <a:ext cx="0" cy="222250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3" name="Oval 123">
            <a:extLst>
              <a:ext uri="{FF2B5EF4-FFF2-40B4-BE49-F238E27FC236}">
                <a16:creationId xmlns:a16="http://schemas.microsoft.com/office/drawing/2014/main" id="{EE120C49-F2F9-4B14-9800-98E8EBBC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3951447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4" name="AutoShape 124">
            <a:extLst>
              <a:ext uri="{FF2B5EF4-FFF2-40B4-BE49-F238E27FC236}">
                <a16:creationId xmlns:a16="http://schemas.microsoft.com/office/drawing/2014/main" id="{AA1E1C10-5A71-4858-84D8-335F4FF8D49C}"/>
              </a:ext>
            </a:extLst>
          </p:cNvPr>
          <p:cNvCxnSpPr>
            <a:cxnSpLocks noChangeShapeType="1"/>
            <a:stCxn id="123" idx="0"/>
            <a:endCxn id="121" idx="4"/>
          </p:cNvCxnSpPr>
          <p:nvPr/>
        </p:nvCxnSpPr>
        <p:spPr bwMode="auto">
          <a:xfrm flipV="1">
            <a:off x="2702087" y="3726022"/>
            <a:ext cx="0" cy="225425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5" name="AutoShape 125">
            <a:extLst>
              <a:ext uri="{FF2B5EF4-FFF2-40B4-BE49-F238E27FC236}">
                <a16:creationId xmlns:a16="http://schemas.microsoft.com/office/drawing/2014/main" id="{923ACD33-EA8D-4829-AF0E-C208A9CC24D5}"/>
              </a:ext>
            </a:extLst>
          </p:cNvPr>
          <p:cNvCxnSpPr>
            <a:cxnSpLocks noChangeShapeType="1"/>
            <a:stCxn id="123" idx="4"/>
            <a:endCxn id="126" idx="0"/>
          </p:cNvCxnSpPr>
          <p:nvPr/>
        </p:nvCxnSpPr>
        <p:spPr bwMode="auto">
          <a:xfrm>
            <a:off x="2702880" y="4278472"/>
            <a:ext cx="0" cy="23495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26" name="Oval 126">
            <a:extLst>
              <a:ext uri="{FF2B5EF4-FFF2-40B4-BE49-F238E27FC236}">
                <a16:creationId xmlns:a16="http://schemas.microsoft.com/office/drawing/2014/main" id="{F8711711-37AC-480F-B7D6-A10766DED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4513422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7" name="Oval 127">
            <a:extLst>
              <a:ext uri="{FF2B5EF4-FFF2-40B4-BE49-F238E27FC236}">
                <a16:creationId xmlns:a16="http://schemas.microsoft.com/office/drawing/2014/main" id="{B5C9F145-C502-4353-9EF3-71A144901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780" y="5065872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8" name="AutoShape 128">
            <a:extLst>
              <a:ext uri="{FF2B5EF4-FFF2-40B4-BE49-F238E27FC236}">
                <a16:creationId xmlns:a16="http://schemas.microsoft.com/office/drawing/2014/main" id="{964D3186-06C4-41DF-8CE6-E8AF8D865034}"/>
              </a:ext>
            </a:extLst>
          </p:cNvPr>
          <p:cNvCxnSpPr>
            <a:cxnSpLocks noChangeShapeType="1"/>
            <a:stCxn id="126" idx="4"/>
            <a:endCxn id="127" idx="0"/>
          </p:cNvCxnSpPr>
          <p:nvPr/>
        </p:nvCxnSpPr>
        <p:spPr bwMode="auto">
          <a:xfrm>
            <a:off x="2702880" y="484203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29" name="AutoShape 129">
            <a:extLst>
              <a:ext uri="{FF2B5EF4-FFF2-40B4-BE49-F238E27FC236}">
                <a16:creationId xmlns:a16="http://schemas.microsoft.com/office/drawing/2014/main" id="{DEDFD152-F503-4535-990E-BA5B3E7E28E7}"/>
              </a:ext>
            </a:extLst>
          </p:cNvPr>
          <p:cNvCxnSpPr>
            <a:cxnSpLocks noChangeShapeType="1"/>
            <a:stCxn id="109" idx="5"/>
            <a:endCxn id="127" idx="1"/>
          </p:cNvCxnSpPr>
          <p:nvPr/>
        </p:nvCxnSpPr>
        <p:spPr bwMode="auto">
          <a:xfrm>
            <a:off x="2215518" y="4794409"/>
            <a:ext cx="369887" cy="31908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0" name="AutoShape 130">
            <a:extLst>
              <a:ext uri="{FF2B5EF4-FFF2-40B4-BE49-F238E27FC236}">
                <a16:creationId xmlns:a16="http://schemas.microsoft.com/office/drawing/2014/main" id="{411E3484-87FC-42BD-94B7-B4F1CCA3FE97}"/>
              </a:ext>
            </a:extLst>
          </p:cNvPr>
          <p:cNvCxnSpPr>
            <a:cxnSpLocks noChangeShapeType="1"/>
            <a:stCxn id="127" idx="6"/>
            <a:endCxn id="144" idx="2"/>
          </p:cNvCxnSpPr>
          <p:nvPr/>
        </p:nvCxnSpPr>
        <p:spPr bwMode="auto">
          <a:xfrm>
            <a:off x="2866393" y="5232559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1" name="Oval 131">
            <a:extLst>
              <a:ext uri="{FF2B5EF4-FFF2-40B4-BE49-F238E27FC236}">
                <a16:creationId xmlns:a16="http://schemas.microsoft.com/office/drawing/2014/main" id="{2D872DD4-0011-412E-B263-978A5DFA3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1193959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Oval 132">
            <a:extLst>
              <a:ext uri="{FF2B5EF4-FFF2-40B4-BE49-F238E27FC236}">
                <a16:creationId xmlns:a16="http://schemas.microsoft.com/office/drawing/2014/main" id="{7D24764B-946F-4BB7-9ECA-7DEF34882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1744822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Oval 133">
            <a:extLst>
              <a:ext uri="{FF2B5EF4-FFF2-40B4-BE49-F238E27FC236}">
                <a16:creationId xmlns:a16="http://schemas.microsoft.com/office/drawing/2014/main" id="{70A7ED21-7CD2-4114-806E-826ECB094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2295684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4" name="Oval 134">
            <a:extLst>
              <a:ext uri="{FF2B5EF4-FFF2-40B4-BE49-F238E27FC236}">
                <a16:creationId xmlns:a16="http://schemas.microsoft.com/office/drawing/2014/main" id="{65D0CBFA-A30C-44BE-A2F1-0D78A0C0A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2846547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5" name="AutoShape 135">
            <a:extLst>
              <a:ext uri="{FF2B5EF4-FFF2-40B4-BE49-F238E27FC236}">
                <a16:creationId xmlns:a16="http://schemas.microsoft.com/office/drawing/2014/main" id="{F5A2763B-7751-42F9-8618-EFBC79EA71CD}"/>
              </a:ext>
            </a:extLst>
          </p:cNvPr>
          <p:cNvCxnSpPr>
            <a:cxnSpLocks noChangeShapeType="1"/>
            <a:stCxn id="131" idx="4"/>
            <a:endCxn id="132" idx="0"/>
          </p:cNvCxnSpPr>
          <p:nvPr/>
        </p:nvCxnSpPr>
        <p:spPr bwMode="auto">
          <a:xfrm>
            <a:off x="3306130" y="152098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6" name="AutoShape 136">
            <a:extLst>
              <a:ext uri="{FF2B5EF4-FFF2-40B4-BE49-F238E27FC236}">
                <a16:creationId xmlns:a16="http://schemas.microsoft.com/office/drawing/2014/main" id="{BE60AD53-61C5-423E-9286-A8364D105BA3}"/>
              </a:ext>
            </a:extLst>
          </p:cNvPr>
          <p:cNvCxnSpPr>
            <a:cxnSpLocks noChangeShapeType="1"/>
            <a:stCxn id="132" idx="4"/>
            <a:endCxn id="133" idx="0"/>
          </p:cNvCxnSpPr>
          <p:nvPr/>
        </p:nvCxnSpPr>
        <p:spPr bwMode="auto">
          <a:xfrm>
            <a:off x="3306130" y="2071847"/>
            <a:ext cx="0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7" name="AutoShape 137">
            <a:extLst>
              <a:ext uri="{FF2B5EF4-FFF2-40B4-BE49-F238E27FC236}">
                <a16:creationId xmlns:a16="http://schemas.microsoft.com/office/drawing/2014/main" id="{4306A533-7D99-4D95-A409-59704B8363B1}"/>
              </a:ext>
            </a:extLst>
          </p:cNvPr>
          <p:cNvCxnSpPr>
            <a:cxnSpLocks noChangeShapeType="1"/>
            <a:stCxn id="133" idx="4"/>
            <a:endCxn id="134" idx="0"/>
          </p:cNvCxnSpPr>
          <p:nvPr/>
        </p:nvCxnSpPr>
        <p:spPr bwMode="auto">
          <a:xfrm>
            <a:off x="3306130" y="2624297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8" name="Oval 138">
            <a:extLst>
              <a:ext uri="{FF2B5EF4-FFF2-40B4-BE49-F238E27FC236}">
                <a16:creationId xmlns:a16="http://schemas.microsoft.com/office/drawing/2014/main" id="{A471DE0F-75CC-426A-A35E-31BB24B90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3397409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9" name="AutoShape 139">
            <a:extLst>
              <a:ext uri="{FF2B5EF4-FFF2-40B4-BE49-F238E27FC236}">
                <a16:creationId xmlns:a16="http://schemas.microsoft.com/office/drawing/2014/main" id="{29121D44-8565-4B91-BFD8-CC4FD5BF51CF}"/>
              </a:ext>
            </a:extLst>
          </p:cNvPr>
          <p:cNvCxnSpPr>
            <a:cxnSpLocks noChangeShapeType="1"/>
            <a:stCxn id="134" idx="4"/>
            <a:endCxn id="138" idx="0"/>
          </p:cNvCxnSpPr>
          <p:nvPr/>
        </p:nvCxnSpPr>
        <p:spPr bwMode="auto">
          <a:xfrm>
            <a:off x="3306130" y="3175159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0" name="Oval 140">
            <a:extLst>
              <a:ext uri="{FF2B5EF4-FFF2-40B4-BE49-F238E27FC236}">
                <a16:creationId xmlns:a16="http://schemas.microsoft.com/office/drawing/2014/main" id="{DCAADF92-D6F4-49EF-AB43-CE979CD54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3951447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41" name="AutoShape 141">
            <a:extLst>
              <a:ext uri="{FF2B5EF4-FFF2-40B4-BE49-F238E27FC236}">
                <a16:creationId xmlns:a16="http://schemas.microsoft.com/office/drawing/2014/main" id="{FB3044BC-06FB-4987-8931-A52C852C742B}"/>
              </a:ext>
            </a:extLst>
          </p:cNvPr>
          <p:cNvCxnSpPr>
            <a:cxnSpLocks noChangeShapeType="1"/>
            <a:stCxn id="138" idx="4"/>
            <a:endCxn id="140" idx="0"/>
          </p:cNvCxnSpPr>
          <p:nvPr/>
        </p:nvCxnSpPr>
        <p:spPr bwMode="auto">
          <a:xfrm>
            <a:off x="3306130" y="3726022"/>
            <a:ext cx="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2" name="AutoShape 142">
            <a:extLst>
              <a:ext uri="{FF2B5EF4-FFF2-40B4-BE49-F238E27FC236}">
                <a16:creationId xmlns:a16="http://schemas.microsoft.com/office/drawing/2014/main" id="{D04A6FD7-5D17-494D-A4F9-1D5B682F7A75}"/>
              </a:ext>
            </a:extLst>
          </p:cNvPr>
          <p:cNvCxnSpPr>
            <a:cxnSpLocks noChangeShapeType="1"/>
            <a:stCxn id="140" idx="4"/>
            <a:endCxn id="143" idx="0"/>
          </p:cNvCxnSpPr>
          <p:nvPr/>
        </p:nvCxnSpPr>
        <p:spPr bwMode="auto">
          <a:xfrm>
            <a:off x="3306130" y="4278472"/>
            <a:ext cx="0" cy="2349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3" name="Oval 143">
            <a:extLst>
              <a:ext uri="{FF2B5EF4-FFF2-40B4-BE49-F238E27FC236}">
                <a16:creationId xmlns:a16="http://schemas.microsoft.com/office/drawing/2014/main" id="{B866D430-E631-47EB-9F2C-7EB68319E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451342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4" name="Oval 144">
            <a:extLst>
              <a:ext uri="{FF2B5EF4-FFF2-40B4-BE49-F238E27FC236}">
                <a16:creationId xmlns:a16="http://schemas.microsoft.com/office/drawing/2014/main" id="{8DBC171E-A9D1-4CC0-AE73-490C31F2D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205" y="506587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45" name="AutoShape 145">
            <a:extLst>
              <a:ext uri="{FF2B5EF4-FFF2-40B4-BE49-F238E27FC236}">
                <a16:creationId xmlns:a16="http://schemas.microsoft.com/office/drawing/2014/main" id="{311CF0B8-87AE-436C-AA26-14A79A21E42C}"/>
              </a:ext>
            </a:extLst>
          </p:cNvPr>
          <p:cNvCxnSpPr>
            <a:cxnSpLocks noChangeShapeType="1"/>
            <a:stCxn id="143" idx="4"/>
            <a:endCxn id="144" idx="0"/>
          </p:cNvCxnSpPr>
          <p:nvPr/>
        </p:nvCxnSpPr>
        <p:spPr bwMode="auto">
          <a:xfrm>
            <a:off x="3306130" y="4842034"/>
            <a:ext cx="0" cy="22383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6" name="AutoShape 146">
            <a:extLst>
              <a:ext uri="{FF2B5EF4-FFF2-40B4-BE49-F238E27FC236}">
                <a16:creationId xmlns:a16="http://schemas.microsoft.com/office/drawing/2014/main" id="{58B31641-724A-442E-BFC8-2A2623CE331E}"/>
              </a:ext>
            </a:extLst>
          </p:cNvPr>
          <p:cNvCxnSpPr>
            <a:cxnSpLocks noChangeShapeType="1"/>
            <a:stCxn id="126" idx="5"/>
            <a:endCxn id="144" idx="1"/>
          </p:cNvCxnSpPr>
          <p:nvPr/>
        </p:nvCxnSpPr>
        <p:spPr bwMode="auto">
          <a:xfrm>
            <a:off x="2818768" y="4794409"/>
            <a:ext cx="371475" cy="31908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7" name="AutoShape 147">
            <a:extLst>
              <a:ext uri="{FF2B5EF4-FFF2-40B4-BE49-F238E27FC236}">
                <a16:creationId xmlns:a16="http://schemas.microsoft.com/office/drawing/2014/main" id="{618D67F6-C442-4760-842D-65054DB1C70B}"/>
              </a:ext>
            </a:extLst>
          </p:cNvPr>
          <p:cNvCxnSpPr>
            <a:cxnSpLocks noChangeShapeType="1"/>
            <a:stCxn id="144" idx="6"/>
            <a:endCxn id="161" idx="2"/>
          </p:cNvCxnSpPr>
          <p:nvPr/>
        </p:nvCxnSpPr>
        <p:spPr bwMode="auto">
          <a:xfrm>
            <a:off x="3471230" y="5232559"/>
            <a:ext cx="2762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8" name="Oval 148">
            <a:extLst>
              <a:ext uri="{FF2B5EF4-FFF2-40B4-BE49-F238E27FC236}">
                <a16:creationId xmlns:a16="http://schemas.microsoft.com/office/drawing/2014/main" id="{4C9CE708-785E-4C89-9E7C-DAD188BA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1193959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fr-FR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Oval 149">
            <a:extLst>
              <a:ext uri="{FF2B5EF4-FFF2-40B4-BE49-F238E27FC236}">
                <a16:creationId xmlns:a16="http://schemas.microsoft.com/office/drawing/2014/main" id="{1DB55899-AFC1-4BC4-A2B4-E877AF4FC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1744822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0" name="Oval 150">
            <a:extLst>
              <a:ext uri="{FF2B5EF4-FFF2-40B4-BE49-F238E27FC236}">
                <a16:creationId xmlns:a16="http://schemas.microsoft.com/office/drawing/2014/main" id="{D79F7198-7BA7-432E-A00B-8417235C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2295684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Oval 151">
            <a:extLst>
              <a:ext uri="{FF2B5EF4-FFF2-40B4-BE49-F238E27FC236}">
                <a16:creationId xmlns:a16="http://schemas.microsoft.com/office/drawing/2014/main" id="{B23F361C-BF98-4583-8BCA-433DE1F2D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2846547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2" name="AutoShape 152">
            <a:extLst>
              <a:ext uri="{FF2B5EF4-FFF2-40B4-BE49-F238E27FC236}">
                <a16:creationId xmlns:a16="http://schemas.microsoft.com/office/drawing/2014/main" id="{8AF8F35C-CD76-409C-B9AF-92E36AD86E4A}"/>
              </a:ext>
            </a:extLst>
          </p:cNvPr>
          <p:cNvCxnSpPr>
            <a:cxnSpLocks noChangeShapeType="1"/>
            <a:stCxn id="148" idx="4"/>
            <a:endCxn id="149" idx="0"/>
          </p:cNvCxnSpPr>
          <p:nvPr/>
        </p:nvCxnSpPr>
        <p:spPr bwMode="auto">
          <a:xfrm>
            <a:off x="3910968" y="152098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3" name="AutoShape 153">
            <a:extLst>
              <a:ext uri="{FF2B5EF4-FFF2-40B4-BE49-F238E27FC236}">
                <a16:creationId xmlns:a16="http://schemas.microsoft.com/office/drawing/2014/main" id="{7774B64C-B724-4129-B1DD-A518B6E92649}"/>
              </a:ext>
            </a:extLst>
          </p:cNvPr>
          <p:cNvCxnSpPr>
            <a:cxnSpLocks noChangeShapeType="1"/>
            <a:stCxn id="149" idx="4"/>
            <a:endCxn id="150" idx="0"/>
          </p:cNvCxnSpPr>
          <p:nvPr/>
        </p:nvCxnSpPr>
        <p:spPr bwMode="auto">
          <a:xfrm>
            <a:off x="3910968" y="2071847"/>
            <a:ext cx="0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4" name="AutoShape 154">
            <a:extLst>
              <a:ext uri="{FF2B5EF4-FFF2-40B4-BE49-F238E27FC236}">
                <a16:creationId xmlns:a16="http://schemas.microsoft.com/office/drawing/2014/main" id="{1619FEA8-C532-4088-8A71-32E83AFD76F0}"/>
              </a:ext>
            </a:extLst>
          </p:cNvPr>
          <p:cNvCxnSpPr>
            <a:cxnSpLocks noChangeShapeType="1"/>
            <a:stCxn id="150" idx="4"/>
            <a:endCxn id="151" idx="0"/>
          </p:cNvCxnSpPr>
          <p:nvPr/>
        </p:nvCxnSpPr>
        <p:spPr bwMode="auto">
          <a:xfrm>
            <a:off x="3910968" y="2624297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5" name="Oval 155">
            <a:extLst>
              <a:ext uri="{FF2B5EF4-FFF2-40B4-BE49-F238E27FC236}">
                <a16:creationId xmlns:a16="http://schemas.microsoft.com/office/drawing/2014/main" id="{0EC0DEAE-598C-43E1-90AA-89F2B33A5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3397409"/>
            <a:ext cx="328613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56" name="AutoShape 156">
            <a:extLst>
              <a:ext uri="{FF2B5EF4-FFF2-40B4-BE49-F238E27FC236}">
                <a16:creationId xmlns:a16="http://schemas.microsoft.com/office/drawing/2014/main" id="{EC0A71C8-1CBD-4018-BA83-0C6DDB8940CC}"/>
              </a:ext>
            </a:extLst>
          </p:cNvPr>
          <p:cNvCxnSpPr>
            <a:cxnSpLocks noChangeShapeType="1"/>
            <a:stCxn id="151" idx="4"/>
            <a:endCxn id="155" idx="0"/>
          </p:cNvCxnSpPr>
          <p:nvPr/>
        </p:nvCxnSpPr>
        <p:spPr bwMode="auto">
          <a:xfrm>
            <a:off x="3910968" y="3175159"/>
            <a:ext cx="0" cy="2222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7" name="Oval 157">
            <a:extLst>
              <a:ext uri="{FF2B5EF4-FFF2-40B4-BE49-F238E27FC236}">
                <a16:creationId xmlns:a16="http://schemas.microsoft.com/office/drawing/2014/main" id="{046DE691-4E7D-4C1C-BEFB-C697C3706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3951447"/>
            <a:ext cx="328613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58" name="AutoShape 158">
            <a:extLst>
              <a:ext uri="{FF2B5EF4-FFF2-40B4-BE49-F238E27FC236}">
                <a16:creationId xmlns:a16="http://schemas.microsoft.com/office/drawing/2014/main" id="{BF021061-8DCA-421B-B390-648816C11669}"/>
              </a:ext>
            </a:extLst>
          </p:cNvPr>
          <p:cNvCxnSpPr>
            <a:cxnSpLocks noChangeShapeType="1"/>
            <a:stCxn id="155" idx="4"/>
            <a:endCxn id="157" idx="0"/>
          </p:cNvCxnSpPr>
          <p:nvPr/>
        </p:nvCxnSpPr>
        <p:spPr bwMode="auto">
          <a:xfrm>
            <a:off x="3912555" y="3726022"/>
            <a:ext cx="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9" name="AutoShape 159">
            <a:extLst>
              <a:ext uri="{FF2B5EF4-FFF2-40B4-BE49-F238E27FC236}">
                <a16:creationId xmlns:a16="http://schemas.microsoft.com/office/drawing/2014/main" id="{7F07BF31-B97A-48B7-B226-FF6F6DCCA866}"/>
              </a:ext>
            </a:extLst>
          </p:cNvPr>
          <p:cNvCxnSpPr>
            <a:cxnSpLocks noChangeShapeType="1"/>
            <a:stCxn id="157" idx="4"/>
            <a:endCxn id="160" idx="0"/>
          </p:cNvCxnSpPr>
          <p:nvPr/>
        </p:nvCxnSpPr>
        <p:spPr bwMode="auto">
          <a:xfrm>
            <a:off x="3910968" y="4278472"/>
            <a:ext cx="0" cy="2349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0" name="Oval 160">
            <a:extLst>
              <a:ext uri="{FF2B5EF4-FFF2-40B4-BE49-F238E27FC236}">
                <a16:creationId xmlns:a16="http://schemas.microsoft.com/office/drawing/2014/main" id="{834B3E24-DA17-4BA6-8B6A-1AD89791C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4513422"/>
            <a:ext cx="328613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1" name="Oval 161">
            <a:extLst>
              <a:ext uri="{FF2B5EF4-FFF2-40B4-BE49-F238E27FC236}">
                <a16:creationId xmlns:a16="http://schemas.microsoft.com/office/drawing/2014/main" id="{C8DA7C04-14AB-4353-99C8-61A47B8C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455" y="5065872"/>
            <a:ext cx="328613" cy="328612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62" name="AutoShape 162">
            <a:extLst>
              <a:ext uri="{FF2B5EF4-FFF2-40B4-BE49-F238E27FC236}">
                <a16:creationId xmlns:a16="http://schemas.microsoft.com/office/drawing/2014/main" id="{AF056446-8077-4550-942C-E665B5BC802A}"/>
              </a:ext>
            </a:extLst>
          </p:cNvPr>
          <p:cNvCxnSpPr>
            <a:cxnSpLocks noChangeShapeType="1"/>
            <a:stCxn id="160" idx="4"/>
            <a:endCxn id="161" idx="0"/>
          </p:cNvCxnSpPr>
          <p:nvPr/>
        </p:nvCxnSpPr>
        <p:spPr bwMode="auto">
          <a:xfrm>
            <a:off x="3912555" y="484203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3" name="AutoShape 163">
            <a:extLst>
              <a:ext uri="{FF2B5EF4-FFF2-40B4-BE49-F238E27FC236}">
                <a16:creationId xmlns:a16="http://schemas.microsoft.com/office/drawing/2014/main" id="{E6795955-3001-4CE3-AD3C-552FCCB385EF}"/>
              </a:ext>
            </a:extLst>
          </p:cNvPr>
          <p:cNvCxnSpPr>
            <a:cxnSpLocks noChangeShapeType="1"/>
            <a:stCxn id="161" idx="1"/>
          </p:cNvCxnSpPr>
          <p:nvPr/>
        </p:nvCxnSpPr>
        <p:spPr bwMode="auto">
          <a:xfrm flipH="1" flipV="1">
            <a:off x="3423002" y="4792823"/>
            <a:ext cx="372577" cy="321173"/>
          </a:xfrm>
          <a:prstGeom prst="straightConnector1">
            <a:avLst/>
          </a:prstGeom>
          <a:noFill/>
          <a:ln w="63500">
            <a:solidFill>
              <a:srgbClr val="0066FF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4" name="AutoShape 164">
            <a:extLst>
              <a:ext uri="{FF2B5EF4-FFF2-40B4-BE49-F238E27FC236}">
                <a16:creationId xmlns:a16="http://schemas.microsoft.com/office/drawing/2014/main" id="{2F7DB4FD-7F33-4CA0-A666-58F3DE778032}"/>
              </a:ext>
            </a:extLst>
          </p:cNvPr>
          <p:cNvCxnSpPr>
            <a:cxnSpLocks noChangeShapeType="1"/>
            <a:stCxn id="160" idx="6"/>
            <a:endCxn id="178" idx="2"/>
          </p:cNvCxnSpPr>
          <p:nvPr/>
        </p:nvCxnSpPr>
        <p:spPr bwMode="auto">
          <a:xfrm>
            <a:off x="4076068" y="4678522"/>
            <a:ext cx="2778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65" name="AutoShape 165">
            <a:extLst>
              <a:ext uri="{FF2B5EF4-FFF2-40B4-BE49-F238E27FC236}">
                <a16:creationId xmlns:a16="http://schemas.microsoft.com/office/drawing/2014/main" id="{72C68D84-15EC-43B9-AEF1-492C25EEE2C8}"/>
              </a:ext>
            </a:extLst>
          </p:cNvPr>
          <p:cNvCxnSpPr>
            <a:cxnSpLocks noChangeShapeType="1"/>
            <a:stCxn id="161" idx="6"/>
            <a:endCxn id="179" idx="2"/>
          </p:cNvCxnSpPr>
          <p:nvPr/>
        </p:nvCxnSpPr>
        <p:spPr bwMode="auto">
          <a:xfrm>
            <a:off x="4076068" y="5232559"/>
            <a:ext cx="277812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6" name="Oval 166">
            <a:extLst>
              <a:ext uri="{FF2B5EF4-FFF2-40B4-BE49-F238E27FC236}">
                <a16:creationId xmlns:a16="http://schemas.microsoft.com/office/drawing/2014/main" id="{86DB6E9C-27CC-4E9F-B48A-0E1D7FB67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1193959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fr-FR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Oval 167">
            <a:extLst>
              <a:ext uri="{FF2B5EF4-FFF2-40B4-BE49-F238E27FC236}">
                <a16:creationId xmlns:a16="http://schemas.microsoft.com/office/drawing/2014/main" id="{69276EA6-2EF5-4160-9D30-0BEFA157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1744822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8" name="Oval 168">
            <a:extLst>
              <a:ext uri="{FF2B5EF4-FFF2-40B4-BE49-F238E27FC236}">
                <a16:creationId xmlns:a16="http://schemas.microsoft.com/office/drawing/2014/main" id="{15800A22-58C0-4F86-AD93-9BDAE20E2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2295684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9" name="Oval 169">
            <a:extLst>
              <a:ext uri="{FF2B5EF4-FFF2-40B4-BE49-F238E27FC236}">
                <a16:creationId xmlns:a16="http://schemas.microsoft.com/office/drawing/2014/main" id="{DB5B6AF6-6FFA-4B5B-B235-880EDC13C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2846547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70" name="AutoShape 170">
            <a:extLst>
              <a:ext uri="{FF2B5EF4-FFF2-40B4-BE49-F238E27FC236}">
                <a16:creationId xmlns:a16="http://schemas.microsoft.com/office/drawing/2014/main" id="{3242BA8D-CD8A-4337-823F-98304990DED0}"/>
              </a:ext>
            </a:extLst>
          </p:cNvPr>
          <p:cNvCxnSpPr>
            <a:cxnSpLocks noChangeShapeType="1"/>
            <a:stCxn id="166" idx="4"/>
            <a:endCxn id="167" idx="0"/>
          </p:cNvCxnSpPr>
          <p:nvPr/>
        </p:nvCxnSpPr>
        <p:spPr bwMode="auto">
          <a:xfrm>
            <a:off x="4518980" y="1520984"/>
            <a:ext cx="0" cy="22383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1" name="AutoShape 171">
            <a:extLst>
              <a:ext uri="{FF2B5EF4-FFF2-40B4-BE49-F238E27FC236}">
                <a16:creationId xmlns:a16="http://schemas.microsoft.com/office/drawing/2014/main" id="{560901E1-708A-48F7-8992-76316E909DC2}"/>
              </a:ext>
            </a:extLst>
          </p:cNvPr>
          <p:cNvCxnSpPr>
            <a:cxnSpLocks noChangeShapeType="1"/>
            <a:stCxn id="167" idx="4"/>
            <a:endCxn id="168" idx="0"/>
          </p:cNvCxnSpPr>
          <p:nvPr/>
        </p:nvCxnSpPr>
        <p:spPr bwMode="auto">
          <a:xfrm>
            <a:off x="4518980" y="2071847"/>
            <a:ext cx="0" cy="223837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2" name="AutoShape 172">
            <a:extLst>
              <a:ext uri="{FF2B5EF4-FFF2-40B4-BE49-F238E27FC236}">
                <a16:creationId xmlns:a16="http://schemas.microsoft.com/office/drawing/2014/main" id="{9E91F11D-31C0-48FB-B342-192B38759041}"/>
              </a:ext>
            </a:extLst>
          </p:cNvPr>
          <p:cNvCxnSpPr>
            <a:cxnSpLocks noChangeShapeType="1"/>
            <a:stCxn id="168" idx="4"/>
            <a:endCxn id="169" idx="0"/>
          </p:cNvCxnSpPr>
          <p:nvPr/>
        </p:nvCxnSpPr>
        <p:spPr bwMode="auto">
          <a:xfrm>
            <a:off x="4518980" y="2624297"/>
            <a:ext cx="0" cy="2222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3" name="Oval 173">
            <a:extLst>
              <a:ext uri="{FF2B5EF4-FFF2-40B4-BE49-F238E27FC236}">
                <a16:creationId xmlns:a16="http://schemas.microsoft.com/office/drawing/2014/main" id="{93A576FB-0C7F-4113-9A49-25CD4EA7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3397409"/>
            <a:ext cx="327025" cy="328613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74" name="AutoShape 174">
            <a:extLst>
              <a:ext uri="{FF2B5EF4-FFF2-40B4-BE49-F238E27FC236}">
                <a16:creationId xmlns:a16="http://schemas.microsoft.com/office/drawing/2014/main" id="{ADF34D2A-6558-42CF-941D-1D00C6C44E93}"/>
              </a:ext>
            </a:extLst>
          </p:cNvPr>
          <p:cNvCxnSpPr>
            <a:cxnSpLocks noChangeShapeType="1"/>
            <a:stCxn id="169" idx="4"/>
            <a:endCxn id="173" idx="0"/>
          </p:cNvCxnSpPr>
          <p:nvPr/>
        </p:nvCxnSpPr>
        <p:spPr bwMode="auto">
          <a:xfrm>
            <a:off x="4518980" y="3175159"/>
            <a:ext cx="0" cy="2222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5" name="Oval 175">
            <a:extLst>
              <a:ext uri="{FF2B5EF4-FFF2-40B4-BE49-F238E27FC236}">
                <a16:creationId xmlns:a16="http://schemas.microsoft.com/office/drawing/2014/main" id="{B7DAFE89-C2C7-497F-943A-B42652DBF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3951447"/>
            <a:ext cx="327025" cy="327025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76" name="AutoShape 176">
            <a:extLst>
              <a:ext uri="{FF2B5EF4-FFF2-40B4-BE49-F238E27FC236}">
                <a16:creationId xmlns:a16="http://schemas.microsoft.com/office/drawing/2014/main" id="{6EC5E303-5BF3-4788-882A-B8D6D26A5953}"/>
              </a:ext>
            </a:extLst>
          </p:cNvPr>
          <p:cNvCxnSpPr>
            <a:cxnSpLocks noChangeShapeType="1"/>
            <a:stCxn id="173" idx="4"/>
            <a:endCxn id="175" idx="0"/>
          </p:cNvCxnSpPr>
          <p:nvPr/>
        </p:nvCxnSpPr>
        <p:spPr bwMode="auto">
          <a:xfrm>
            <a:off x="4517393" y="3726022"/>
            <a:ext cx="0" cy="225425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7" name="AutoShape 177">
            <a:extLst>
              <a:ext uri="{FF2B5EF4-FFF2-40B4-BE49-F238E27FC236}">
                <a16:creationId xmlns:a16="http://schemas.microsoft.com/office/drawing/2014/main" id="{CB7A3471-0691-4E20-80B8-F6E56A6ED329}"/>
              </a:ext>
            </a:extLst>
          </p:cNvPr>
          <p:cNvCxnSpPr>
            <a:cxnSpLocks noChangeShapeType="1"/>
            <a:stCxn id="175" idx="4"/>
            <a:endCxn id="178" idx="0"/>
          </p:cNvCxnSpPr>
          <p:nvPr/>
        </p:nvCxnSpPr>
        <p:spPr bwMode="auto">
          <a:xfrm>
            <a:off x="4518980" y="4278472"/>
            <a:ext cx="0" cy="234950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8" name="Oval 178">
            <a:extLst>
              <a:ext uri="{FF2B5EF4-FFF2-40B4-BE49-F238E27FC236}">
                <a16:creationId xmlns:a16="http://schemas.microsoft.com/office/drawing/2014/main" id="{D657E883-F67D-4E39-8A73-7D90D794B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451342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9" name="Oval 179">
            <a:extLst>
              <a:ext uri="{FF2B5EF4-FFF2-40B4-BE49-F238E27FC236}">
                <a16:creationId xmlns:a16="http://schemas.microsoft.com/office/drawing/2014/main" id="{88E42056-D32F-43D2-902C-7183974D5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880" y="5065872"/>
            <a:ext cx="327025" cy="328612"/>
          </a:xfrm>
          <a:prstGeom prst="ellips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none" w="sm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GB" sz="20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80" name="AutoShape 180">
            <a:extLst>
              <a:ext uri="{FF2B5EF4-FFF2-40B4-BE49-F238E27FC236}">
                <a16:creationId xmlns:a16="http://schemas.microsoft.com/office/drawing/2014/main" id="{994F2CC8-BD95-4BE8-919E-00987185FE52}"/>
              </a:ext>
            </a:extLst>
          </p:cNvPr>
          <p:cNvCxnSpPr>
            <a:cxnSpLocks noChangeShapeType="1"/>
            <a:stCxn id="178" idx="4"/>
            <a:endCxn id="179" idx="0"/>
          </p:cNvCxnSpPr>
          <p:nvPr/>
        </p:nvCxnSpPr>
        <p:spPr bwMode="auto">
          <a:xfrm>
            <a:off x="4517393" y="4842034"/>
            <a:ext cx="0" cy="22383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1" name="AutoShape 181">
            <a:extLst>
              <a:ext uri="{FF2B5EF4-FFF2-40B4-BE49-F238E27FC236}">
                <a16:creationId xmlns:a16="http://schemas.microsoft.com/office/drawing/2014/main" id="{E5563277-1CA3-4DAB-B52E-4EC31A0D1FAB}"/>
              </a:ext>
            </a:extLst>
          </p:cNvPr>
          <p:cNvCxnSpPr>
            <a:cxnSpLocks noChangeShapeType="1"/>
            <a:stCxn id="160" idx="5"/>
            <a:endCxn id="179" idx="1"/>
          </p:cNvCxnSpPr>
          <p:nvPr/>
        </p:nvCxnSpPr>
        <p:spPr bwMode="auto">
          <a:xfrm>
            <a:off x="4028443" y="4794409"/>
            <a:ext cx="371475" cy="319088"/>
          </a:xfrm>
          <a:prstGeom prst="straightConnector1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sm" len="sm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83" name="Rectangle 183">
            <a:extLst>
              <a:ext uri="{FF2B5EF4-FFF2-40B4-BE49-F238E27FC236}">
                <a16:creationId xmlns:a16="http://schemas.microsoft.com/office/drawing/2014/main" id="{B5776246-5597-433C-BDB7-5D7529B4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205" y="5430997"/>
            <a:ext cx="205376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993300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200" b="1" dirty="0">
                <a:latin typeface="Courier"/>
                <a:ea typeface="ＭＳ Ｐゴシック" charset="0"/>
                <a:cs typeface="Times New Roman" panose="02020603050405020304" pitchFamily="18" charset="0"/>
              </a:rPr>
              <a:t>S V </a:t>
            </a:r>
            <a:r>
              <a:rPr lang="en-GB" sz="2200" b="1" dirty="0">
                <a:latin typeface="Courier"/>
                <a:ea typeface="ＭＳ Ｐゴシック" charset="0"/>
              </a:rPr>
              <a:t>- - </a:t>
            </a:r>
            <a:r>
              <a:rPr lang="en-GB" sz="2200" b="1" dirty="0">
                <a:latin typeface="Courier"/>
                <a:ea typeface="ＭＳ Ｐゴシック" charset="0"/>
                <a:cs typeface="Times New Roman" panose="02020603050405020304" pitchFamily="18" charset="0"/>
              </a:rPr>
              <a:t>E T</a:t>
            </a:r>
          </a:p>
          <a:p>
            <a:pPr>
              <a:defRPr/>
            </a:pPr>
            <a:r>
              <a:rPr lang="en-GB" sz="2200" b="1" dirty="0">
                <a:latin typeface="Courier"/>
                <a:ea typeface="ＭＳ Ｐゴシック" charset="0"/>
              </a:rPr>
              <a:t>| </a:t>
            </a:r>
            <a:r>
              <a:rPr lang="en-GB" altLang="zh-TW" sz="2200" b="1" dirty="0">
                <a:latin typeface="Courier"/>
                <a:ea typeface="ＭＳ Ｐゴシック" charset="0"/>
              </a:rPr>
              <a:t>|</a:t>
            </a:r>
            <a:r>
              <a:rPr lang="en-GB" sz="2200" b="1" dirty="0">
                <a:latin typeface="Courier"/>
                <a:ea typeface="ＭＳ Ｐゴシック" charset="0"/>
              </a:rPr>
              <a:t> - - | |</a:t>
            </a:r>
          </a:p>
          <a:p>
            <a:pPr>
              <a:defRPr/>
            </a:pPr>
            <a:r>
              <a:rPr lang="en-GB" sz="2200" b="1" dirty="0">
                <a:latin typeface="Courier"/>
                <a:ea typeface="ＭＳ Ｐゴシック" charset="0"/>
                <a:cs typeface="Times New Roman" panose="02020603050405020304" pitchFamily="18" charset="0"/>
              </a:rPr>
              <a:t>S V N Q E T</a:t>
            </a:r>
          </a:p>
        </p:txBody>
      </p:sp>
      <p:sp>
        <p:nvSpPr>
          <p:cNvPr id="190" name="Rectangle 3">
            <a:extLst>
              <a:ext uri="{FF2B5EF4-FFF2-40B4-BE49-F238E27FC236}">
                <a16:creationId xmlns:a16="http://schemas.microsoft.com/office/drawing/2014/main" id="{6A0DC575-E5CA-4EF6-AE2C-2AC935196289}"/>
              </a:ext>
            </a:extLst>
          </p:cNvPr>
          <p:cNvSpPr txBox="1">
            <a:spLocks noChangeArrowheads="1"/>
          </p:cNvSpPr>
          <p:nvPr/>
        </p:nvSpPr>
        <p:spPr>
          <a:xfrm>
            <a:off x="6287701" y="4947400"/>
            <a:ext cx="4286250" cy="15208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lvl="1" indent="0">
              <a:buFont typeface="Arial" panose="020B0604020202020204" pitchFamily="34" charset="0"/>
              <a:buNone/>
              <a:defRPr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opening penalty: -5</a:t>
            </a:r>
          </a:p>
          <a:p>
            <a:pPr marL="533400" lvl="1" indent="0">
              <a:buFont typeface="Arial" panose="020B0604020202020204" pitchFamily="34" charset="0"/>
              <a:buNone/>
              <a:defRPr/>
            </a:pPr>
            <a:r>
              <a:rPr lang="en-US" altLang="zh-TW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extension penalty: -1</a:t>
            </a:r>
          </a:p>
        </p:txBody>
      </p:sp>
      <p:graphicFrame>
        <p:nvGraphicFramePr>
          <p:cNvPr id="191" name="Object 184">
            <a:extLst>
              <a:ext uri="{FF2B5EF4-FFF2-40B4-BE49-F238E27FC236}">
                <a16:creationId xmlns:a16="http://schemas.microsoft.com/office/drawing/2014/main" id="{7300D1EC-EE02-4C51-8914-16DB1E9AA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192780"/>
              </p:ext>
            </p:extLst>
          </p:nvPr>
        </p:nvGraphicFramePr>
        <p:xfrm>
          <a:off x="5842637" y="1193959"/>
          <a:ext cx="5927996" cy="3561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2" imgW="6111209" imgH="3672882" progId="Excel.Sheet.8">
                  <p:embed/>
                </p:oleObj>
              </mc:Choice>
              <mc:Fallback>
                <p:oleObj name="工作表" r:id="rId2" imgW="6111209" imgH="3672882" progId="Excel.Sheet.8">
                  <p:embed/>
                  <p:pic>
                    <p:nvPicPr>
                      <p:cNvPr id="188" name="Object 184">
                        <a:extLst>
                          <a:ext uri="{FF2B5EF4-FFF2-40B4-BE49-F238E27FC236}">
                            <a16:creationId xmlns:a16="http://schemas.microsoft.com/office/drawing/2014/main" id="{2604F7F3-C67C-4272-AD96-828E94265B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637" y="1193959"/>
                        <a:ext cx="5927996" cy="3561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" name="矩形 191">
            <a:extLst>
              <a:ext uri="{FF2B5EF4-FFF2-40B4-BE49-F238E27FC236}">
                <a16:creationId xmlns:a16="http://schemas.microsoft.com/office/drawing/2014/main" id="{38D7FF87-76DD-4953-B659-E0E569FF2D5B}"/>
              </a:ext>
            </a:extLst>
          </p:cNvPr>
          <p:cNvSpPr/>
          <p:nvPr/>
        </p:nvSpPr>
        <p:spPr>
          <a:xfrm>
            <a:off x="6912028" y="5707812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BLOSUM62 scoring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75376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024DF5-78FF-4A3F-B7F4-E9879D39926E}"/>
              </a:ext>
            </a:extLst>
          </p:cNvPr>
          <p:cNvSpPr txBox="1"/>
          <p:nvPr/>
        </p:nvSpPr>
        <p:spPr>
          <a:xfrm>
            <a:off x="1912190" y="188640"/>
            <a:ext cx="8755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11624" y="1340769"/>
            <a:ext cx="47756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genetic algorithm — crossover</a:t>
            </a:r>
          </a:p>
        </p:txBody>
      </p:sp>
      <p:sp>
        <p:nvSpPr>
          <p:cNvPr id="31" name="矩形 30"/>
          <p:cNvSpPr/>
          <p:nvPr/>
        </p:nvSpPr>
        <p:spPr>
          <a:xfrm>
            <a:off x="2705344" y="2426109"/>
            <a:ext cx="46875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altLang="zh-TW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genetic algorithm — mutation</a:t>
            </a:r>
          </a:p>
          <a:p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adopting harmony search method.</a:t>
            </a:r>
          </a:p>
          <a:p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3" name="矩形 2"/>
          <p:cNvSpPr/>
          <p:nvPr/>
        </p:nvSpPr>
        <p:spPr>
          <a:xfrm>
            <a:off x="2705344" y="3717033"/>
            <a:ext cx="72070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 </a:t>
            </a:r>
            <a:r>
              <a:rPr lang="en-US" altLang="zh-TW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each generation, we generate 10 new chromosomes  and weed out the poor chromosomes with bad fitness. 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693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3D8CF0-F715-4CE9-ABD2-A8B849B8CD49}"/>
              </a:ext>
            </a:extLst>
          </p:cNvPr>
          <p:cNvSpPr/>
          <p:nvPr/>
        </p:nvSpPr>
        <p:spPr>
          <a:xfrm>
            <a:off x="1828525" y="879953"/>
            <a:ext cx="4866124" cy="180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2   20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024DF5-78FF-4A3F-B7F4-E9879D39926E}"/>
              </a:ext>
            </a:extLst>
          </p:cNvPr>
          <p:cNvSpPr txBox="1"/>
          <p:nvPr/>
        </p:nvSpPr>
        <p:spPr>
          <a:xfrm>
            <a:off x="1712617" y="91827"/>
            <a:ext cx="8755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Tournament Selection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D61187F2-966E-4566-9052-7DD6A8E40D2E}"/>
              </a:ext>
            </a:extLst>
          </p:cNvPr>
          <p:cNvSpPr/>
          <p:nvPr/>
        </p:nvSpPr>
        <p:spPr>
          <a:xfrm>
            <a:off x="2132084" y="970008"/>
            <a:ext cx="502587" cy="443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510CBF4-1C8A-4147-8EBF-41E36D786A33}"/>
              </a:ext>
            </a:extLst>
          </p:cNvPr>
          <p:cNvSpPr/>
          <p:nvPr/>
        </p:nvSpPr>
        <p:spPr>
          <a:xfrm>
            <a:off x="3046004" y="970008"/>
            <a:ext cx="502587" cy="443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E07C8BF-6594-43CA-A605-C9BD8AE08D53}"/>
              </a:ext>
            </a:extLst>
          </p:cNvPr>
          <p:cNvSpPr/>
          <p:nvPr/>
        </p:nvSpPr>
        <p:spPr>
          <a:xfrm>
            <a:off x="3983250" y="983774"/>
            <a:ext cx="502587" cy="443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F640F73-2D7F-43E5-9F71-31F055C73F1A}"/>
              </a:ext>
            </a:extLst>
          </p:cNvPr>
          <p:cNvSpPr/>
          <p:nvPr/>
        </p:nvSpPr>
        <p:spPr>
          <a:xfrm>
            <a:off x="4928597" y="970008"/>
            <a:ext cx="502587" cy="443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21DF642-CF62-4F9A-87DE-5800D9198637}"/>
              </a:ext>
            </a:extLst>
          </p:cNvPr>
          <p:cNvSpPr/>
          <p:nvPr/>
        </p:nvSpPr>
        <p:spPr>
          <a:xfrm>
            <a:off x="5873944" y="983774"/>
            <a:ext cx="502587" cy="443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03F2BD0-E07C-43E5-A7FC-6DD16B85E1A1}"/>
              </a:ext>
            </a:extLst>
          </p:cNvPr>
          <p:cNvCxnSpPr>
            <a:cxnSpLocks/>
          </p:cNvCxnSpPr>
          <p:nvPr/>
        </p:nvCxnSpPr>
        <p:spPr>
          <a:xfrm flipH="1">
            <a:off x="3702855" y="3049757"/>
            <a:ext cx="360039" cy="6117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6B7D2FB-D5EE-4312-B6E6-028F5A92C673}"/>
              </a:ext>
            </a:extLst>
          </p:cNvPr>
          <p:cNvCxnSpPr>
            <a:cxnSpLocks/>
          </p:cNvCxnSpPr>
          <p:nvPr/>
        </p:nvCxnSpPr>
        <p:spPr>
          <a:xfrm>
            <a:off x="4546315" y="3049757"/>
            <a:ext cx="452683" cy="6117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4A85FF80-D23F-45E5-9A19-F78C51BF83A0}"/>
              </a:ext>
            </a:extLst>
          </p:cNvPr>
          <p:cNvSpPr/>
          <p:nvPr/>
        </p:nvSpPr>
        <p:spPr>
          <a:xfrm>
            <a:off x="3157286" y="3733602"/>
            <a:ext cx="658529" cy="6249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06AC156-8122-44D6-899D-0EA74BAC9120}"/>
              </a:ext>
            </a:extLst>
          </p:cNvPr>
          <p:cNvSpPr/>
          <p:nvPr/>
        </p:nvSpPr>
        <p:spPr>
          <a:xfrm>
            <a:off x="4772656" y="3698204"/>
            <a:ext cx="658528" cy="6117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C701660-A91B-4BD4-8674-59E54207FF18}"/>
              </a:ext>
            </a:extLst>
          </p:cNvPr>
          <p:cNvCxnSpPr>
            <a:cxnSpLocks/>
          </p:cNvCxnSpPr>
          <p:nvPr/>
        </p:nvCxnSpPr>
        <p:spPr>
          <a:xfrm>
            <a:off x="4289165" y="4259111"/>
            <a:ext cx="10140" cy="73513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6912681" y="3541208"/>
            <a:ext cx="3521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selected for a tournament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912681" y="1413682"/>
            <a:ext cx="3521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score of each scoring matrices in the population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918953" y="5274871"/>
            <a:ext cx="3521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Winner parent (passed on to crossover)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C476FA12-BEE1-4491-B39A-55413AFEF59B}"/>
              </a:ext>
            </a:extLst>
          </p:cNvPr>
          <p:cNvSpPr/>
          <p:nvPr/>
        </p:nvSpPr>
        <p:spPr>
          <a:xfrm>
            <a:off x="2126604" y="2017498"/>
            <a:ext cx="583566" cy="496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CBA571BD-183D-47B6-B94D-8E438FF2EDE6}"/>
              </a:ext>
            </a:extLst>
          </p:cNvPr>
          <p:cNvSpPr/>
          <p:nvPr/>
        </p:nvSpPr>
        <p:spPr>
          <a:xfrm>
            <a:off x="3019413" y="2017499"/>
            <a:ext cx="583566" cy="4963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3C9988B-E433-4496-8055-5C938ECF2736}"/>
              </a:ext>
            </a:extLst>
          </p:cNvPr>
          <p:cNvSpPr/>
          <p:nvPr/>
        </p:nvSpPr>
        <p:spPr>
          <a:xfrm>
            <a:off x="3960855" y="2003942"/>
            <a:ext cx="583566" cy="523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84EBEF77-EF90-4A3C-B4E1-316DC14445B9}"/>
              </a:ext>
            </a:extLst>
          </p:cNvPr>
          <p:cNvSpPr/>
          <p:nvPr/>
        </p:nvSpPr>
        <p:spPr>
          <a:xfrm>
            <a:off x="4914140" y="2003942"/>
            <a:ext cx="583566" cy="5234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8512A6F9-AF71-4F5A-BC3C-F166539184BB}"/>
              </a:ext>
            </a:extLst>
          </p:cNvPr>
          <p:cNvSpPr/>
          <p:nvPr/>
        </p:nvSpPr>
        <p:spPr>
          <a:xfrm>
            <a:off x="5833453" y="2010824"/>
            <a:ext cx="583566" cy="5096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446836-3C40-453F-805A-1BC5D4DD8B63}"/>
              </a:ext>
            </a:extLst>
          </p:cNvPr>
          <p:cNvSpPr/>
          <p:nvPr/>
        </p:nvSpPr>
        <p:spPr>
          <a:xfrm rot="5400000">
            <a:off x="3981702" y="1451688"/>
            <a:ext cx="5597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•••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206AC156-8122-44D6-899D-0EA74BAC9120}"/>
              </a:ext>
            </a:extLst>
          </p:cNvPr>
          <p:cNvSpPr/>
          <p:nvPr/>
        </p:nvSpPr>
        <p:spPr>
          <a:xfrm>
            <a:off x="3983249" y="5157192"/>
            <a:ext cx="658528" cy="6117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322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024DF5-78FF-4A3F-B7F4-E9879D39926E}"/>
              </a:ext>
            </a:extLst>
          </p:cNvPr>
          <p:cNvSpPr txBox="1"/>
          <p:nvPr/>
        </p:nvSpPr>
        <p:spPr>
          <a:xfrm>
            <a:off x="1712617" y="91827"/>
            <a:ext cx="8755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Crossover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060478"/>
            <a:ext cx="7776864" cy="544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4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方塊 22">
            <a:extLst>
              <a:ext uri="{FF2B5EF4-FFF2-40B4-BE49-F238E27FC236}">
                <a16:creationId xmlns:a16="http://schemas.microsoft.com/office/drawing/2014/main" id="{F7024DF5-78FF-4A3F-B7F4-E9879D39926E}"/>
              </a:ext>
            </a:extLst>
          </p:cNvPr>
          <p:cNvSpPr txBox="1"/>
          <p:nvPr/>
        </p:nvSpPr>
        <p:spPr>
          <a:xfrm>
            <a:off x="1629857" y="-41921"/>
            <a:ext cx="8755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endParaRPr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7" y="1017668"/>
            <a:ext cx="6256311" cy="550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8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FE29A886-8850-41A0-8CEB-18ED351549E3}"/>
              </a:ext>
            </a:extLst>
          </p:cNvPr>
          <p:cNvSpPr txBox="1"/>
          <p:nvPr/>
        </p:nvSpPr>
        <p:spPr>
          <a:xfrm>
            <a:off x="1717298" y="197803"/>
            <a:ext cx="8755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71" y="2060848"/>
            <a:ext cx="4801239" cy="333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4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3C2B64A-CFFF-47B7-B12A-CD0A6AE2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00" y="810806"/>
            <a:ext cx="6878200" cy="54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1430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22E4573-4405-41E0-AF18-9D1131E8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06" y="947432"/>
            <a:ext cx="7594987" cy="465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1396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4">
            <a:extLst>
              <a:ext uri="{FF2B5EF4-FFF2-40B4-BE49-F238E27FC236}">
                <a16:creationId xmlns:a16="http://schemas.microsoft.com/office/drawing/2014/main" id="{D9F17564-1B5C-49E2-8183-7BD3DEAF4F71}"/>
              </a:ext>
            </a:extLst>
          </p:cNvPr>
          <p:cNvGrpSpPr/>
          <p:nvPr/>
        </p:nvGrpSpPr>
        <p:grpSpPr>
          <a:xfrm>
            <a:off x="4427061" y="-642956"/>
            <a:ext cx="2986088" cy="1104613"/>
            <a:chOff x="3078956" y="157144"/>
            <a:chExt cx="2986088" cy="1104613"/>
          </a:xfrm>
        </p:grpSpPr>
        <p:sp>
          <p:nvSpPr>
            <p:cNvPr id="63" name="文本框 1">
              <a:extLst>
                <a:ext uri="{FF2B5EF4-FFF2-40B4-BE49-F238E27FC236}">
                  <a16:creationId xmlns:a16="http://schemas.microsoft.com/office/drawing/2014/main" id="{382A198F-D507-4916-A290-F5DAB79FC890}"/>
                </a:ext>
              </a:extLst>
            </p:cNvPr>
            <p:cNvSpPr txBox="1"/>
            <p:nvPr/>
          </p:nvSpPr>
          <p:spPr>
            <a:xfrm>
              <a:off x="3078956" y="157144"/>
              <a:ext cx="29860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HK" altLang="en-US" sz="2800" b="1" dirty="0">
                <a:solidFill>
                  <a:srgbClr val="3B3838"/>
                </a:solidFill>
                <a:latin typeface="Kozuka Gothic Pr6N B" panose="020B0800000000000000" pitchFamily="34" charset="-128"/>
                <a:ea typeface="Kozuka Gothic Pr6N B" panose="020B0800000000000000" pitchFamily="34" charset="-128"/>
                <a:cs typeface="Arial Unicode MS" panose="020B0604020202020204" pitchFamily="34" charset="-122"/>
              </a:endParaRPr>
            </a:p>
          </p:txBody>
        </p:sp>
        <p:sp>
          <p:nvSpPr>
            <p:cNvPr id="65" name="文本框 3">
              <a:extLst>
                <a:ext uri="{FF2B5EF4-FFF2-40B4-BE49-F238E27FC236}">
                  <a16:creationId xmlns:a16="http://schemas.microsoft.com/office/drawing/2014/main" id="{61785F8E-08D6-42E1-9BD8-3CF5EAD645A9}"/>
                </a:ext>
              </a:extLst>
            </p:cNvPr>
            <p:cNvSpPr txBox="1"/>
            <p:nvPr/>
          </p:nvSpPr>
          <p:spPr>
            <a:xfrm>
              <a:off x="3546038" y="800092"/>
              <a:ext cx="2064544" cy="46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400" b="1" spc="300" dirty="0">
                  <a:solidFill>
                    <a:schemeClr val="bg1"/>
                  </a:solidFill>
                  <a:latin typeface="Adobe Gothic Std B" panose="020B0800000000000000" pitchFamily="34" charset="-128"/>
                </a:rPr>
                <a:t>工作經歷</a:t>
              </a:r>
              <a:endParaRPr lang="zh-HK" altLang="en-US" sz="2400" b="1" spc="300" dirty="0">
                <a:solidFill>
                  <a:schemeClr val="bg1"/>
                </a:solidFill>
                <a:latin typeface="Adobe Gothic Std B" panose="020B0800000000000000" pitchFamily="34" charset="-128"/>
              </a:endParaRPr>
            </a:p>
          </p:txBody>
        </p:sp>
      </p:grpSp>
      <p:cxnSp>
        <p:nvCxnSpPr>
          <p:cNvPr id="66" name="直接连接符 8">
            <a:extLst>
              <a:ext uri="{FF2B5EF4-FFF2-40B4-BE49-F238E27FC236}">
                <a16:creationId xmlns:a16="http://schemas.microsoft.com/office/drawing/2014/main" id="{864DC8FC-DCD1-4F9D-AFAC-0193583F28CF}"/>
              </a:ext>
            </a:extLst>
          </p:cNvPr>
          <p:cNvCxnSpPr>
            <a:cxnSpLocks/>
            <a:stCxn id="65" idx="2"/>
          </p:cNvCxnSpPr>
          <p:nvPr/>
        </p:nvCxnSpPr>
        <p:spPr>
          <a:xfrm flipH="1">
            <a:off x="5916073" y="461657"/>
            <a:ext cx="10342" cy="6396343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30">
            <a:extLst>
              <a:ext uri="{FF2B5EF4-FFF2-40B4-BE49-F238E27FC236}">
                <a16:creationId xmlns:a16="http://schemas.microsoft.com/office/drawing/2014/main" id="{7BA8491B-7244-4994-A8FB-6B57DD738D62}"/>
              </a:ext>
            </a:extLst>
          </p:cNvPr>
          <p:cNvGrpSpPr/>
          <p:nvPr/>
        </p:nvGrpSpPr>
        <p:grpSpPr>
          <a:xfrm>
            <a:off x="5409132" y="738659"/>
            <a:ext cx="1021953" cy="1021953"/>
            <a:chOff x="4061024" y="1538756"/>
            <a:chExt cx="1021953" cy="1021953"/>
          </a:xfrm>
        </p:grpSpPr>
        <p:sp>
          <p:nvSpPr>
            <p:cNvPr id="69" name="椭圆 26">
              <a:extLst>
                <a:ext uri="{FF2B5EF4-FFF2-40B4-BE49-F238E27FC236}">
                  <a16:creationId xmlns:a16="http://schemas.microsoft.com/office/drawing/2014/main" id="{35347B32-D750-4900-BEC5-099144A883F8}"/>
                </a:ext>
              </a:extLst>
            </p:cNvPr>
            <p:cNvSpPr/>
            <p:nvPr/>
          </p:nvSpPr>
          <p:spPr>
            <a:xfrm>
              <a:off x="4061024" y="1538756"/>
              <a:ext cx="1021953" cy="1021953"/>
            </a:xfrm>
            <a:prstGeom prst="ellipse">
              <a:avLst/>
            </a:prstGeom>
            <a:solidFill>
              <a:srgbClr val="3B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grpSp>
          <p:nvGrpSpPr>
            <p:cNvPr id="79" name="组合 29">
              <a:extLst>
                <a:ext uri="{FF2B5EF4-FFF2-40B4-BE49-F238E27FC236}">
                  <a16:creationId xmlns:a16="http://schemas.microsoft.com/office/drawing/2014/main" id="{A3A2ED9A-BD37-46B2-BD51-DE553554FF97}"/>
                </a:ext>
              </a:extLst>
            </p:cNvPr>
            <p:cNvGrpSpPr/>
            <p:nvPr/>
          </p:nvGrpSpPr>
          <p:grpSpPr>
            <a:xfrm>
              <a:off x="4309645" y="1692525"/>
              <a:ext cx="524711" cy="714415"/>
              <a:chOff x="4309771" y="1699588"/>
              <a:chExt cx="524711" cy="714415"/>
            </a:xfrm>
          </p:grpSpPr>
          <p:sp>
            <p:nvSpPr>
              <p:cNvPr id="80" name="Freeform 7">
                <a:extLst>
                  <a:ext uri="{FF2B5EF4-FFF2-40B4-BE49-F238E27FC236}">
                    <a16:creationId xmlns:a16="http://schemas.microsoft.com/office/drawing/2014/main" id="{F4B3699D-6078-457F-86F2-009BD7F00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090" y="2290393"/>
                <a:ext cx="10343" cy="123610"/>
              </a:xfrm>
              <a:custGeom>
                <a:avLst/>
                <a:gdLst>
                  <a:gd name="T0" fmla="*/ 0 w 17"/>
                  <a:gd name="T1" fmla="*/ 0 h 207"/>
                  <a:gd name="T2" fmla="*/ 17 w 17"/>
                  <a:gd name="T3" fmla="*/ 0 h 207"/>
                  <a:gd name="T4" fmla="*/ 17 w 17"/>
                  <a:gd name="T5" fmla="*/ 207 h 207"/>
                  <a:gd name="T6" fmla="*/ 0 w 17"/>
                  <a:gd name="T7" fmla="*/ 207 h 207"/>
                  <a:gd name="T8" fmla="*/ 0 w 17"/>
                  <a:gd name="T9" fmla="*/ 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07">
                    <a:moveTo>
                      <a:pt x="0" y="0"/>
                    </a:moveTo>
                    <a:cubicBezTo>
                      <a:pt x="5" y="0"/>
                      <a:pt x="11" y="0"/>
                      <a:pt x="17" y="0"/>
                    </a:cubicBezTo>
                    <a:cubicBezTo>
                      <a:pt x="17" y="69"/>
                      <a:pt x="17" y="138"/>
                      <a:pt x="17" y="207"/>
                    </a:cubicBezTo>
                    <a:cubicBezTo>
                      <a:pt x="11" y="207"/>
                      <a:pt x="6" y="207"/>
                      <a:pt x="0" y="207"/>
                    </a:cubicBezTo>
                    <a:cubicBezTo>
                      <a:pt x="0" y="138"/>
                      <a:pt x="0" y="69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81" name="Freeform 8">
                <a:extLst>
                  <a:ext uri="{FF2B5EF4-FFF2-40B4-BE49-F238E27FC236}">
                    <a16:creationId xmlns:a16="http://schemas.microsoft.com/office/drawing/2014/main" id="{FCE51838-23A6-4A30-A784-A89F23855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004" y="2290393"/>
                <a:ext cx="10090" cy="66850"/>
              </a:xfrm>
              <a:custGeom>
                <a:avLst/>
                <a:gdLst>
                  <a:gd name="T0" fmla="*/ 17 w 17"/>
                  <a:gd name="T1" fmla="*/ 112 h 112"/>
                  <a:gd name="T2" fmla="*/ 0 w 17"/>
                  <a:gd name="T3" fmla="*/ 112 h 112"/>
                  <a:gd name="T4" fmla="*/ 0 w 17"/>
                  <a:gd name="T5" fmla="*/ 0 h 112"/>
                  <a:gd name="T6" fmla="*/ 17 w 17"/>
                  <a:gd name="T7" fmla="*/ 0 h 112"/>
                  <a:gd name="T8" fmla="*/ 17 w 17"/>
                  <a:gd name="T9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12">
                    <a:moveTo>
                      <a:pt x="17" y="112"/>
                    </a:moveTo>
                    <a:cubicBezTo>
                      <a:pt x="11" y="112"/>
                      <a:pt x="6" y="112"/>
                      <a:pt x="0" y="112"/>
                    </a:cubicBezTo>
                    <a:cubicBezTo>
                      <a:pt x="0" y="74"/>
                      <a:pt x="0" y="37"/>
                      <a:pt x="0" y="0"/>
                    </a:cubicBezTo>
                    <a:cubicBezTo>
                      <a:pt x="6" y="0"/>
                      <a:pt x="11" y="0"/>
                      <a:pt x="17" y="0"/>
                    </a:cubicBezTo>
                    <a:cubicBezTo>
                      <a:pt x="17" y="37"/>
                      <a:pt x="17" y="74"/>
                      <a:pt x="17" y="11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82" name="Freeform 9">
                <a:extLst>
                  <a:ext uri="{FF2B5EF4-FFF2-40B4-BE49-F238E27FC236}">
                    <a16:creationId xmlns:a16="http://schemas.microsoft.com/office/drawing/2014/main" id="{F82798D9-D6E3-4BC6-BDDA-69A6C71758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8906" y="2290393"/>
                <a:ext cx="10090" cy="66850"/>
              </a:xfrm>
              <a:custGeom>
                <a:avLst/>
                <a:gdLst>
                  <a:gd name="T0" fmla="*/ 0 w 17"/>
                  <a:gd name="T1" fmla="*/ 0 h 112"/>
                  <a:gd name="T2" fmla="*/ 17 w 17"/>
                  <a:gd name="T3" fmla="*/ 0 h 112"/>
                  <a:gd name="T4" fmla="*/ 17 w 17"/>
                  <a:gd name="T5" fmla="*/ 111 h 112"/>
                  <a:gd name="T6" fmla="*/ 0 w 17"/>
                  <a:gd name="T7" fmla="*/ 112 h 112"/>
                  <a:gd name="T8" fmla="*/ 0 w 17"/>
                  <a:gd name="T9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12">
                    <a:moveTo>
                      <a:pt x="0" y="0"/>
                    </a:moveTo>
                    <a:cubicBezTo>
                      <a:pt x="6" y="0"/>
                      <a:pt x="11" y="0"/>
                      <a:pt x="17" y="0"/>
                    </a:cubicBezTo>
                    <a:cubicBezTo>
                      <a:pt x="17" y="37"/>
                      <a:pt x="17" y="73"/>
                      <a:pt x="17" y="111"/>
                    </a:cubicBezTo>
                    <a:cubicBezTo>
                      <a:pt x="12" y="112"/>
                      <a:pt x="7" y="112"/>
                      <a:pt x="0" y="112"/>
                    </a:cubicBezTo>
                    <a:cubicBezTo>
                      <a:pt x="0" y="75"/>
                      <a:pt x="0" y="38"/>
                      <a:pt x="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83" name="Freeform 10">
                <a:extLst>
                  <a:ext uri="{FF2B5EF4-FFF2-40B4-BE49-F238E27FC236}">
                    <a16:creationId xmlns:a16="http://schemas.microsoft.com/office/drawing/2014/main" id="{E1B3D939-6653-4D65-8D17-BFB2515BEB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7236" y="1699588"/>
                <a:ext cx="306250" cy="551956"/>
              </a:xfrm>
              <a:custGeom>
                <a:avLst/>
                <a:gdLst>
                  <a:gd name="T0" fmla="*/ 258 w 513"/>
                  <a:gd name="T1" fmla="*/ 923 h 924"/>
                  <a:gd name="T2" fmla="*/ 123 w 513"/>
                  <a:gd name="T3" fmla="*/ 923 h 924"/>
                  <a:gd name="T4" fmla="*/ 106 w 513"/>
                  <a:gd name="T5" fmla="*/ 910 h 924"/>
                  <a:gd name="T6" fmla="*/ 14 w 513"/>
                  <a:gd name="T7" fmla="*/ 492 h 924"/>
                  <a:gd name="T8" fmla="*/ 19 w 513"/>
                  <a:gd name="T9" fmla="*/ 290 h 924"/>
                  <a:gd name="T10" fmla="*/ 162 w 513"/>
                  <a:gd name="T11" fmla="*/ 69 h 924"/>
                  <a:gd name="T12" fmla="*/ 250 w 513"/>
                  <a:gd name="T13" fmla="*/ 3 h 924"/>
                  <a:gd name="T14" fmla="*/ 268 w 513"/>
                  <a:gd name="T15" fmla="*/ 3 h 924"/>
                  <a:gd name="T16" fmla="*/ 466 w 513"/>
                  <a:gd name="T17" fmla="*/ 207 h 924"/>
                  <a:gd name="T18" fmla="*/ 511 w 513"/>
                  <a:gd name="T19" fmla="*/ 394 h 924"/>
                  <a:gd name="T20" fmla="*/ 451 w 513"/>
                  <a:gd name="T21" fmla="*/ 775 h 924"/>
                  <a:gd name="T22" fmla="*/ 412 w 513"/>
                  <a:gd name="T23" fmla="*/ 912 h 924"/>
                  <a:gd name="T24" fmla="*/ 395 w 513"/>
                  <a:gd name="T25" fmla="*/ 924 h 924"/>
                  <a:gd name="T26" fmla="*/ 258 w 513"/>
                  <a:gd name="T27" fmla="*/ 923 h 924"/>
                  <a:gd name="T28" fmla="*/ 258 w 513"/>
                  <a:gd name="T29" fmla="*/ 923 h 924"/>
                  <a:gd name="T30" fmla="*/ 354 w 513"/>
                  <a:gd name="T31" fmla="*/ 268 h 924"/>
                  <a:gd name="T32" fmla="*/ 258 w 513"/>
                  <a:gd name="T33" fmla="*/ 173 h 924"/>
                  <a:gd name="T34" fmla="*/ 163 w 513"/>
                  <a:gd name="T35" fmla="*/ 269 h 924"/>
                  <a:gd name="T36" fmla="*/ 258 w 513"/>
                  <a:gd name="T37" fmla="*/ 365 h 924"/>
                  <a:gd name="T38" fmla="*/ 354 w 513"/>
                  <a:gd name="T39" fmla="*/ 268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13" h="924">
                    <a:moveTo>
                      <a:pt x="258" y="923"/>
                    </a:moveTo>
                    <a:cubicBezTo>
                      <a:pt x="213" y="923"/>
                      <a:pt x="168" y="922"/>
                      <a:pt x="123" y="923"/>
                    </a:cubicBezTo>
                    <a:cubicBezTo>
                      <a:pt x="113" y="923"/>
                      <a:pt x="109" y="919"/>
                      <a:pt x="106" y="910"/>
                    </a:cubicBezTo>
                    <a:cubicBezTo>
                      <a:pt x="61" y="774"/>
                      <a:pt x="29" y="635"/>
                      <a:pt x="14" y="492"/>
                    </a:cubicBezTo>
                    <a:cubicBezTo>
                      <a:pt x="6" y="425"/>
                      <a:pt x="0" y="357"/>
                      <a:pt x="19" y="290"/>
                    </a:cubicBezTo>
                    <a:cubicBezTo>
                      <a:pt x="43" y="201"/>
                      <a:pt x="94" y="129"/>
                      <a:pt x="162" y="69"/>
                    </a:cubicBezTo>
                    <a:cubicBezTo>
                      <a:pt x="189" y="45"/>
                      <a:pt x="220" y="25"/>
                      <a:pt x="250" y="3"/>
                    </a:cubicBezTo>
                    <a:cubicBezTo>
                      <a:pt x="254" y="0"/>
                      <a:pt x="263" y="0"/>
                      <a:pt x="268" y="3"/>
                    </a:cubicBezTo>
                    <a:cubicBezTo>
                      <a:pt x="350" y="55"/>
                      <a:pt x="419" y="120"/>
                      <a:pt x="466" y="207"/>
                    </a:cubicBezTo>
                    <a:cubicBezTo>
                      <a:pt x="497" y="265"/>
                      <a:pt x="513" y="328"/>
                      <a:pt x="511" y="394"/>
                    </a:cubicBezTo>
                    <a:cubicBezTo>
                      <a:pt x="507" y="524"/>
                      <a:pt x="483" y="650"/>
                      <a:pt x="451" y="775"/>
                    </a:cubicBezTo>
                    <a:cubicBezTo>
                      <a:pt x="440" y="821"/>
                      <a:pt x="424" y="866"/>
                      <a:pt x="412" y="912"/>
                    </a:cubicBezTo>
                    <a:cubicBezTo>
                      <a:pt x="409" y="922"/>
                      <a:pt x="404" y="924"/>
                      <a:pt x="395" y="924"/>
                    </a:cubicBezTo>
                    <a:cubicBezTo>
                      <a:pt x="349" y="923"/>
                      <a:pt x="304" y="923"/>
                      <a:pt x="258" y="923"/>
                    </a:cubicBezTo>
                    <a:cubicBezTo>
                      <a:pt x="258" y="923"/>
                      <a:pt x="258" y="923"/>
                      <a:pt x="258" y="923"/>
                    </a:cubicBezTo>
                    <a:close/>
                    <a:moveTo>
                      <a:pt x="354" y="268"/>
                    </a:moveTo>
                    <a:cubicBezTo>
                      <a:pt x="354" y="216"/>
                      <a:pt x="310" y="173"/>
                      <a:pt x="258" y="173"/>
                    </a:cubicBezTo>
                    <a:cubicBezTo>
                      <a:pt x="206" y="173"/>
                      <a:pt x="163" y="216"/>
                      <a:pt x="163" y="269"/>
                    </a:cubicBezTo>
                    <a:cubicBezTo>
                      <a:pt x="163" y="321"/>
                      <a:pt x="206" y="364"/>
                      <a:pt x="258" y="365"/>
                    </a:cubicBezTo>
                    <a:cubicBezTo>
                      <a:pt x="310" y="365"/>
                      <a:pt x="354" y="321"/>
                      <a:pt x="354" y="26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B3DBB16B-6F14-4D3C-9312-B94CFEB1B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6079" y="2018704"/>
                <a:ext cx="128403" cy="188694"/>
              </a:xfrm>
              <a:custGeom>
                <a:avLst/>
                <a:gdLst>
                  <a:gd name="T0" fmla="*/ 215 w 215"/>
                  <a:gd name="T1" fmla="*/ 316 h 316"/>
                  <a:gd name="T2" fmla="*/ 0 w 215"/>
                  <a:gd name="T3" fmla="*/ 198 h 316"/>
                  <a:gd name="T4" fmla="*/ 36 w 215"/>
                  <a:gd name="T5" fmla="*/ 0 h 316"/>
                  <a:gd name="T6" fmla="*/ 86 w 215"/>
                  <a:gd name="T7" fmla="*/ 19 h 316"/>
                  <a:gd name="T8" fmla="*/ 173 w 215"/>
                  <a:gd name="T9" fmla="*/ 140 h 316"/>
                  <a:gd name="T10" fmla="*/ 215 w 215"/>
                  <a:gd name="T11" fmla="*/ 308 h 316"/>
                  <a:gd name="T12" fmla="*/ 215 w 215"/>
                  <a:gd name="T13" fmla="*/ 316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5" h="316">
                    <a:moveTo>
                      <a:pt x="215" y="316"/>
                    </a:moveTo>
                    <a:cubicBezTo>
                      <a:pt x="137" y="237"/>
                      <a:pt x="119" y="227"/>
                      <a:pt x="0" y="198"/>
                    </a:cubicBezTo>
                    <a:cubicBezTo>
                      <a:pt x="12" y="132"/>
                      <a:pt x="24" y="67"/>
                      <a:pt x="36" y="0"/>
                    </a:cubicBezTo>
                    <a:cubicBezTo>
                      <a:pt x="55" y="0"/>
                      <a:pt x="71" y="8"/>
                      <a:pt x="86" y="19"/>
                    </a:cubicBezTo>
                    <a:cubicBezTo>
                      <a:pt x="129" y="49"/>
                      <a:pt x="154" y="93"/>
                      <a:pt x="173" y="140"/>
                    </a:cubicBezTo>
                    <a:cubicBezTo>
                      <a:pt x="196" y="194"/>
                      <a:pt x="208" y="250"/>
                      <a:pt x="215" y="308"/>
                    </a:cubicBezTo>
                    <a:cubicBezTo>
                      <a:pt x="215" y="310"/>
                      <a:pt x="215" y="312"/>
                      <a:pt x="215" y="31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76F2E44D-463D-48CD-A075-C0860DAAF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9771" y="2018704"/>
                <a:ext cx="127646" cy="187433"/>
              </a:xfrm>
              <a:custGeom>
                <a:avLst/>
                <a:gdLst>
                  <a:gd name="T0" fmla="*/ 178 w 214"/>
                  <a:gd name="T1" fmla="*/ 0 h 314"/>
                  <a:gd name="T2" fmla="*/ 214 w 214"/>
                  <a:gd name="T3" fmla="*/ 194 h 314"/>
                  <a:gd name="T4" fmla="*/ 97 w 214"/>
                  <a:gd name="T5" fmla="*/ 236 h 314"/>
                  <a:gd name="T6" fmla="*/ 0 w 214"/>
                  <a:gd name="T7" fmla="*/ 314 h 314"/>
                  <a:gd name="T8" fmla="*/ 3 w 214"/>
                  <a:gd name="T9" fmla="*/ 285 h 314"/>
                  <a:gd name="T10" fmla="*/ 80 w 214"/>
                  <a:gd name="T11" fmla="*/ 69 h 314"/>
                  <a:gd name="T12" fmla="*/ 168 w 214"/>
                  <a:gd name="T13" fmla="*/ 2 h 314"/>
                  <a:gd name="T14" fmla="*/ 178 w 214"/>
                  <a:gd name="T15" fmla="*/ 0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4" h="314">
                    <a:moveTo>
                      <a:pt x="178" y="0"/>
                    </a:moveTo>
                    <a:cubicBezTo>
                      <a:pt x="190" y="67"/>
                      <a:pt x="202" y="132"/>
                      <a:pt x="214" y="194"/>
                    </a:cubicBezTo>
                    <a:cubicBezTo>
                      <a:pt x="175" y="208"/>
                      <a:pt x="135" y="220"/>
                      <a:pt x="97" y="236"/>
                    </a:cubicBezTo>
                    <a:cubicBezTo>
                      <a:pt x="59" y="253"/>
                      <a:pt x="27" y="280"/>
                      <a:pt x="0" y="314"/>
                    </a:cubicBezTo>
                    <a:cubicBezTo>
                      <a:pt x="1" y="304"/>
                      <a:pt x="2" y="294"/>
                      <a:pt x="3" y="285"/>
                    </a:cubicBezTo>
                    <a:cubicBezTo>
                      <a:pt x="15" y="208"/>
                      <a:pt x="35" y="134"/>
                      <a:pt x="80" y="69"/>
                    </a:cubicBezTo>
                    <a:cubicBezTo>
                      <a:pt x="102" y="38"/>
                      <a:pt x="128" y="11"/>
                      <a:pt x="168" y="2"/>
                    </a:cubicBezTo>
                    <a:cubicBezTo>
                      <a:pt x="171" y="1"/>
                      <a:pt x="174" y="1"/>
                      <a:pt x="17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HK" altLang="en-US"/>
              </a:p>
            </p:txBody>
          </p:sp>
        </p:grpSp>
      </p:grpSp>
      <p:sp>
        <p:nvSpPr>
          <p:cNvPr id="87" name="椭圆 32">
            <a:extLst>
              <a:ext uri="{FF2B5EF4-FFF2-40B4-BE49-F238E27FC236}">
                <a16:creationId xmlns:a16="http://schemas.microsoft.com/office/drawing/2014/main" id="{AD615285-4574-4E96-8423-AAED79F38A62}"/>
              </a:ext>
            </a:extLst>
          </p:cNvPr>
          <p:cNvSpPr/>
          <p:nvPr/>
        </p:nvSpPr>
        <p:spPr>
          <a:xfrm>
            <a:off x="5785399" y="1942064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8" name="椭圆 35">
            <a:extLst>
              <a:ext uri="{FF2B5EF4-FFF2-40B4-BE49-F238E27FC236}">
                <a16:creationId xmlns:a16="http://schemas.microsoft.com/office/drawing/2014/main" id="{C2E525F4-A30C-45E3-AEFA-6293562ECC0A}"/>
              </a:ext>
            </a:extLst>
          </p:cNvPr>
          <p:cNvSpPr/>
          <p:nvPr/>
        </p:nvSpPr>
        <p:spPr>
          <a:xfrm>
            <a:off x="5794628" y="2926286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9" name="椭圆 36">
            <a:extLst>
              <a:ext uri="{FF2B5EF4-FFF2-40B4-BE49-F238E27FC236}">
                <a16:creationId xmlns:a16="http://schemas.microsoft.com/office/drawing/2014/main" id="{38AF5B75-28DB-4FC5-B407-6CB7D6CF5FCE}"/>
              </a:ext>
            </a:extLst>
          </p:cNvPr>
          <p:cNvSpPr/>
          <p:nvPr/>
        </p:nvSpPr>
        <p:spPr>
          <a:xfrm>
            <a:off x="5794628" y="3881177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4DEBD03-4A38-4F4D-92E0-96EB59DF3FEA}"/>
              </a:ext>
            </a:extLst>
          </p:cNvPr>
          <p:cNvSpPr/>
          <p:nvPr/>
        </p:nvSpPr>
        <p:spPr>
          <a:xfrm>
            <a:off x="1087303" y="2239926"/>
            <a:ext cx="45472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透過有別於以往的淘汰賽制，重新構想新賽制加上額外比賽獎勵，使得這場報名人數達到</a:t>
            </a:r>
            <a:r>
              <a:rPr lang="en-US" altLang="zh-TW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 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HK" altLang="zh-HK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40">
            <a:extLst>
              <a:ext uri="{FF2B5EF4-FFF2-40B4-BE49-F238E27FC236}">
                <a16:creationId xmlns:a16="http://schemas.microsoft.com/office/drawing/2014/main" id="{A671652B-BDDE-42DF-89C9-5B4005D5D1E1}"/>
              </a:ext>
            </a:extLst>
          </p:cNvPr>
          <p:cNvSpPr txBox="1"/>
          <p:nvPr/>
        </p:nvSpPr>
        <p:spPr>
          <a:xfrm>
            <a:off x="2133604" y="1861769"/>
            <a:ext cx="3511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高雄市體育總會街舞委員會</a:t>
            </a:r>
            <a:r>
              <a:rPr lang="en-US" altLang="zh-TW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企劃</a:t>
            </a:r>
            <a:endParaRPr lang="zh-HK" altLang="en-US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BA5AC1E-36FB-4697-A0A9-586A7B2925FB}"/>
              </a:ext>
            </a:extLst>
          </p:cNvPr>
          <p:cNvSpPr/>
          <p:nvPr/>
        </p:nvSpPr>
        <p:spPr>
          <a:xfrm>
            <a:off x="6265587" y="3232686"/>
            <a:ext cx="484461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建置電子大平板的網頁介面呈現各護理站的病人資訊，使得</a:t>
            </a:r>
            <a:r>
              <a:rPr lang="en-US" altLang="zh-TW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個護理站的護理人員更方便作業</a:t>
            </a:r>
            <a:endParaRPr lang="en-US" altLang="zh-TW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/>
            <a:endParaRPr lang="zh-HK" altLang="zh-HK" sz="14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42">
            <a:extLst>
              <a:ext uri="{FF2B5EF4-FFF2-40B4-BE49-F238E27FC236}">
                <a16:creationId xmlns:a16="http://schemas.microsoft.com/office/drawing/2014/main" id="{54B96D0F-6D68-48E4-8744-912E1A3C8518}"/>
              </a:ext>
            </a:extLst>
          </p:cNvPr>
          <p:cNvSpPr txBox="1"/>
          <p:nvPr/>
        </p:nvSpPr>
        <p:spPr>
          <a:xfrm>
            <a:off x="6265587" y="2862137"/>
            <a:ext cx="298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邦城科技股份有限公司</a:t>
            </a:r>
            <a:endParaRPr lang="zh-HK" altLang="en-US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BF06648-7BA4-45F6-8659-CEE79BFD39F5}"/>
              </a:ext>
            </a:extLst>
          </p:cNvPr>
          <p:cNvSpPr/>
          <p:nvPr/>
        </p:nvSpPr>
        <p:spPr>
          <a:xfrm>
            <a:off x="983973" y="4188643"/>
            <a:ext cx="4650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16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 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負責電路板焊接與組裝，進而了解從半成品到成品的檢查及有無瑕疵，包括電子零件維修、產品或電路板測試、產品包裝等</a:t>
            </a:r>
            <a:endParaRPr lang="zh-HK" altLang="zh-HK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46">
            <a:extLst>
              <a:ext uri="{FF2B5EF4-FFF2-40B4-BE49-F238E27FC236}">
                <a16:creationId xmlns:a16="http://schemas.microsoft.com/office/drawing/2014/main" id="{A3BFA63D-E0F9-4B00-AC85-3E8F91A80626}"/>
              </a:ext>
            </a:extLst>
          </p:cNvPr>
          <p:cNvSpPr txBox="1"/>
          <p:nvPr/>
        </p:nvSpPr>
        <p:spPr>
          <a:xfrm>
            <a:off x="3360930" y="3848239"/>
            <a:ext cx="372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義豐電子企業行實習</a:t>
            </a:r>
            <a:endParaRPr lang="zh-HK" altLang="en-US" b="1" dirty="0">
              <a:solidFill>
                <a:srgbClr val="3B38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1" name="椭圆 35">
            <a:extLst>
              <a:ext uri="{FF2B5EF4-FFF2-40B4-BE49-F238E27FC236}">
                <a16:creationId xmlns:a16="http://schemas.microsoft.com/office/drawing/2014/main" id="{8392B299-18B3-4D5A-8BD7-A52E42C0EBE9}"/>
              </a:ext>
            </a:extLst>
          </p:cNvPr>
          <p:cNvSpPr/>
          <p:nvPr/>
        </p:nvSpPr>
        <p:spPr>
          <a:xfrm>
            <a:off x="5794628" y="4874816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2" name="椭圆 35">
            <a:extLst>
              <a:ext uri="{FF2B5EF4-FFF2-40B4-BE49-F238E27FC236}">
                <a16:creationId xmlns:a16="http://schemas.microsoft.com/office/drawing/2014/main" id="{C522C083-A84A-4D7B-BC5D-4B20801DA08A}"/>
              </a:ext>
            </a:extLst>
          </p:cNvPr>
          <p:cNvSpPr/>
          <p:nvPr/>
        </p:nvSpPr>
        <p:spPr>
          <a:xfrm>
            <a:off x="5794628" y="5834709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FCB7833-9204-40BA-BA07-38C94B43033D}"/>
              </a:ext>
            </a:extLst>
          </p:cNvPr>
          <p:cNvSpPr/>
          <p:nvPr/>
        </p:nvSpPr>
        <p:spPr>
          <a:xfrm>
            <a:off x="6265587" y="5117704"/>
            <a:ext cx="48446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16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 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處理教學相關事宜 </a:t>
            </a:r>
            <a:r>
              <a:rPr lang="en-US" altLang="zh-TW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修改考卷、</a:t>
            </a:r>
            <a:r>
              <a:rPr lang="en-US" altLang="zh-TW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課堂學生的期中、期末作業 </a:t>
            </a:r>
            <a:r>
              <a:rPr lang="en-US" altLang="zh-TW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TW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HK" altLang="zh-HK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42">
            <a:extLst>
              <a:ext uri="{FF2B5EF4-FFF2-40B4-BE49-F238E27FC236}">
                <a16:creationId xmlns:a16="http://schemas.microsoft.com/office/drawing/2014/main" id="{B7BDD0CA-7408-4660-BE53-EBAFB12FAE7E}"/>
              </a:ext>
            </a:extLst>
          </p:cNvPr>
          <p:cNvSpPr txBox="1"/>
          <p:nvPr/>
        </p:nvSpPr>
        <p:spPr>
          <a:xfrm>
            <a:off x="6265587" y="4775271"/>
            <a:ext cx="298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高等演算法助教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DA55570-62BB-45BE-97B2-B58E42FF941B}"/>
              </a:ext>
            </a:extLst>
          </p:cNvPr>
          <p:cNvSpPr/>
          <p:nvPr/>
        </p:nvSpPr>
        <p:spPr>
          <a:xfrm>
            <a:off x="2267114" y="6137360"/>
            <a:ext cx="48446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TW" altLang="en-US" sz="16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●輔導學生課後的練習題及觀念複習。</a:t>
            </a:r>
            <a:endParaRPr lang="zh-HK" altLang="zh-HK" sz="1400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文本框 42">
            <a:extLst>
              <a:ext uri="{FF2B5EF4-FFF2-40B4-BE49-F238E27FC236}">
                <a16:creationId xmlns:a16="http://schemas.microsoft.com/office/drawing/2014/main" id="{E2A0B5E8-5534-4C01-800F-70A21009F498}"/>
              </a:ext>
            </a:extLst>
          </p:cNvPr>
          <p:cNvSpPr txBox="1"/>
          <p:nvPr/>
        </p:nvSpPr>
        <p:spPr>
          <a:xfrm>
            <a:off x="3196377" y="5747414"/>
            <a:ext cx="298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3B38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微積分、離散數學助教</a:t>
            </a:r>
          </a:p>
        </p:txBody>
      </p:sp>
      <p:pic>
        <p:nvPicPr>
          <p:cNvPr id="107" name="圖片 106">
            <a:extLst>
              <a:ext uri="{FF2B5EF4-FFF2-40B4-BE49-F238E27FC236}">
                <a16:creationId xmlns:a16="http://schemas.microsoft.com/office/drawing/2014/main" id="{1DD90423-A118-4BC4-A435-5135A9A30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9" y="3844864"/>
            <a:ext cx="6950610" cy="28717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478F060-4B79-4B67-8A14-DD11D254B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360" y="2830722"/>
            <a:ext cx="5831402" cy="388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22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5" grpId="0"/>
      <p:bldP spid="96" grpId="0"/>
      <p:bldP spid="97" grpId="0"/>
      <p:bldP spid="103" grpId="0"/>
      <p:bldP spid="104" grpId="0"/>
      <p:bldP spid="105" grpId="0"/>
      <p:bldP spid="10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2432" y="844468"/>
            <a:ext cx="651128" cy="643493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055235" y="454325"/>
            <a:ext cx="2320667" cy="1380192"/>
            <a:chOff x="4138387" y="1768833"/>
            <a:chExt cx="3814117" cy="2234225"/>
          </a:xfrm>
        </p:grpSpPr>
        <p:sp>
          <p:nvSpPr>
            <p:cNvPr id="13" name="任意多边形 12"/>
            <p:cNvSpPr/>
            <p:nvPr/>
          </p:nvSpPr>
          <p:spPr>
            <a:xfrm>
              <a:off x="4912131" y="1768833"/>
              <a:ext cx="2307480" cy="2234225"/>
            </a:xfrm>
            <a:custGeom>
              <a:avLst/>
              <a:gdLst>
                <a:gd name="connsiteX0" fmla="*/ 1164324 w 2328648"/>
                <a:gd name="connsiteY0" fmla="*/ 0 h 2254722"/>
                <a:gd name="connsiteX1" fmla="*/ 2328648 w 2328648"/>
                <a:gd name="connsiteY1" fmla="*/ 1127361 h 2254722"/>
                <a:gd name="connsiteX2" fmla="*/ 1164324 w 2328648"/>
                <a:gd name="connsiteY2" fmla="*/ 2254722 h 2254722"/>
                <a:gd name="connsiteX3" fmla="*/ 0 w 2328648"/>
                <a:gd name="connsiteY3" fmla="*/ 1127361 h 2254722"/>
                <a:gd name="connsiteX4" fmla="*/ 1164324 w 2328648"/>
                <a:gd name="connsiteY4" fmla="*/ 0 h 2254722"/>
                <a:gd name="connsiteX5" fmla="*/ 1164324 w 2328648"/>
                <a:gd name="connsiteY5" fmla="*/ 352661 h 2254722"/>
                <a:gd name="connsiteX6" fmla="*/ 364224 w 2328648"/>
                <a:gd name="connsiteY6" fmla="*/ 1127361 h 2254722"/>
                <a:gd name="connsiteX7" fmla="*/ 1164324 w 2328648"/>
                <a:gd name="connsiteY7" fmla="*/ 1902061 h 2254722"/>
                <a:gd name="connsiteX8" fmla="*/ 1964424 w 2328648"/>
                <a:gd name="connsiteY8" fmla="*/ 1127361 h 2254722"/>
                <a:gd name="connsiteX9" fmla="*/ 1164324 w 2328648"/>
                <a:gd name="connsiteY9" fmla="*/ 352661 h 225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28648" h="2254722">
                  <a:moveTo>
                    <a:pt x="1164324" y="0"/>
                  </a:moveTo>
                  <a:cubicBezTo>
                    <a:pt x="1807362" y="0"/>
                    <a:pt x="2328648" y="504737"/>
                    <a:pt x="2328648" y="1127361"/>
                  </a:cubicBezTo>
                  <a:cubicBezTo>
                    <a:pt x="2328648" y="1749985"/>
                    <a:pt x="1807362" y="2254722"/>
                    <a:pt x="1164324" y="2254722"/>
                  </a:cubicBezTo>
                  <a:cubicBezTo>
                    <a:pt x="521286" y="2254722"/>
                    <a:pt x="0" y="1749985"/>
                    <a:pt x="0" y="1127361"/>
                  </a:cubicBezTo>
                  <a:cubicBezTo>
                    <a:pt x="0" y="504737"/>
                    <a:pt x="521286" y="0"/>
                    <a:pt x="1164324" y="0"/>
                  </a:cubicBezTo>
                  <a:close/>
                  <a:moveTo>
                    <a:pt x="1164324" y="352661"/>
                  </a:moveTo>
                  <a:cubicBezTo>
                    <a:pt x="722441" y="352661"/>
                    <a:pt x="364224" y="699506"/>
                    <a:pt x="364224" y="1127361"/>
                  </a:cubicBezTo>
                  <a:cubicBezTo>
                    <a:pt x="364224" y="1555216"/>
                    <a:pt x="722441" y="1902061"/>
                    <a:pt x="1164324" y="1902061"/>
                  </a:cubicBezTo>
                  <a:cubicBezTo>
                    <a:pt x="1606207" y="1902061"/>
                    <a:pt x="1964424" y="1555216"/>
                    <a:pt x="1964424" y="1127361"/>
                  </a:cubicBezTo>
                  <a:cubicBezTo>
                    <a:pt x="1964424" y="699506"/>
                    <a:pt x="1606207" y="352661"/>
                    <a:pt x="1164324" y="35266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4138387" y="2257557"/>
              <a:ext cx="1022236" cy="1256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6930268" y="2257557"/>
              <a:ext cx="1022236" cy="125677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 flipH="1">
            <a:off x="3547059" y="2118254"/>
            <a:ext cx="459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高雄學園資管聯合專題競賽</a:t>
            </a:r>
            <a:r>
              <a:rPr lang="en-US" altLang="zh-TW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TW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佳作</a:t>
            </a:r>
            <a:r>
              <a:rPr lang="en-US" altLang="zh-TW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8">
            <a:extLst>
              <a:ext uri="{FF2B5EF4-FFF2-40B4-BE49-F238E27FC236}">
                <a16:creationId xmlns:a16="http://schemas.microsoft.com/office/drawing/2014/main" id="{7EA50A80-2E14-4837-A10B-D6029EED48E6}"/>
              </a:ext>
            </a:extLst>
          </p:cNvPr>
          <p:cNvCxnSpPr>
            <a:cxnSpLocks/>
          </p:cNvCxnSpPr>
          <p:nvPr/>
        </p:nvCxnSpPr>
        <p:spPr>
          <a:xfrm flipH="1">
            <a:off x="3215569" y="1834517"/>
            <a:ext cx="2" cy="5016151"/>
          </a:xfrm>
          <a:prstGeom prst="line">
            <a:avLst/>
          </a:prstGeom>
          <a:ln w="28575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椭圆 32">
            <a:extLst>
              <a:ext uri="{FF2B5EF4-FFF2-40B4-BE49-F238E27FC236}">
                <a16:creationId xmlns:a16="http://schemas.microsoft.com/office/drawing/2014/main" id="{E9903358-896D-4BB9-9B8F-FF3A7A85DD7B}"/>
              </a:ext>
            </a:extLst>
          </p:cNvPr>
          <p:cNvSpPr/>
          <p:nvPr/>
        </p:nvSpPr>
        <p:spPr>
          <a:xfrm>
            <a:off x="3094125" y="2186898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椭圆 35">
            <a:extLst>
              <a:ext uri="{FF2B5EF4-FFF2-40B4-BE49-F238E27FC236}">
                <a16:creationId xmlns:a16="http://schemas.microsoft.com/office/drawing/2014/main" id="{61F5AB6C-B688-4C9F-AA22-42C2B17E8786}"/>
              </a:ext>
            </a:extLst>
          </p:cNvPr>
          <p:cNvSpPr/>
          <p:nvPr/>
        </p:nvSpPr>
        <p:spPr>
          <a:xfrm>
            <a:off x="3094125" y="3020804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椭圆 32">
            <a:extLst>
              <a:ext uri="{FF2B5EF4-FFF2-40B4-BE49-F238E27FC236}">
                <a16:creationId xmlns:a16="http://schemas.microsoft.com/office/drawing/2014/main" id="{11D4A89D-1CE2-47A2-AFD0-7AC7C6E934E7}"/>
              </a:ext>
            </a:extLst>
          </p:cNvPr>
          <p:cNvSpPr/>
          <p:nvPr/>
        </p:nvSpPr>
        <p:spPr>
          <a:xfrm>
            <a:off x="3094125" y="3811061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椭圆 35">
            <a:extLst>
              <a:ext uri="{FF2B5EF4-FFF2-40B4-BE49-F238E27FC236}">
                <a16:creationId xmlns:a16="http://schemas.microsoft.com/office/drawing/2014/main" id="{8ACB687C-CFBE-41F5-9F92-B5680A3D427C}"/>
              </a:ext>
            </a:extLst>
          </p:cNvPr>
          <p:cNvSpPr/>
          <p:nvPr/>
        </p:nvSpPr>
        <p:spPr>
          <a:xfrm>
            <a:off x="3094125" y="4634041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9" name="椭圆 32">
            <a:extLst>
              <a:ext uri="{FF2B5EF4-FFF2-40B4-BE49-F238E27FC236}">
                <a16:creationId xmlns:a16="http://schemas.microsoft.com/office/drawing/2014/main" id="{67BF5996-7001-4B10-A147-ED4385959096}"/>
              </a:ext>
            </a:extLst>
          </p:cNvPr>
          <p:cNvSpPr/>
          <p:nvPr/>
        </p:nvSpPr>
        <p:spPr>
          <a:xfrm>
            <a:off x="3094125" y="5643252"/>
            <a:ext cx="242888" cy="242888"/>
          </a:xfrm>
          <a:prstGeom prst="ellipse">
            <a:avLst/>
          </a:prstGeom>
          <a:solidFill>
            <a:srgbClr val="3B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5105417-3250-4888-9E9A-482C971E9931}"/>
              </a:ext>
            </a:extLst>
          </p:cNvPr>
          <p:cNvSpPr txBox="1"/>
          <p:nvPr/>
        </p:nvSpPr>
        <p:spPr>
          <a:xfrm>
            <a:off x="3553560" y="29845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高雄科大資管實務專題競賽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佳作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TW" altLang="en-US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A53573D-2399-4DFE-A8A0-2948F91BA075}"/>
              </a:ext>
            </a:extLst>
          </p:cNvPr>
          <p:cNvSpPr txBox="1"/>
          <p:nvPr/>
        </p:nvSpPr>
        <p:spPr>
          <a:xfrm>
            <a:off x="3547059" y="37478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台灣金融服務業聯合總會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獎學金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50000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TW" altLang="en-US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833B6CB-7829-449B-8814-795022953C0A}"/>
              </a:ext>
            </a:extLst>
          </p:cNvPr>
          <p:cNvSpPr txBox="1"/>
          <p:nvPr/>
        </p:nvSpPr>
        <p:spPr>
          <a:xfrm>
            <a:off x="3553560" y="4592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一貫道慈善功德會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獎學金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30000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元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TW" altLang="en-US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6382B9E-1EB0-44A4-A530-E67C80174FB5}"/>
              </a:ext>
            </a:extLst>
          </p:cNvPr>
          <p:cNvSpPr txBox="1"/>
          <p:nvPr/>
        </p:nvSpPr>
        <p:spPr>
          <a:xfrm>
            <a:off x="3547059" y="5437080"/>
            <a:ext cx="6734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CPE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大學程式能力檢定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專業級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  <a:p>
            <a:pPr algn="l"/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41 / 2279 ( 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排名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TW" altLang="en-US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總考生數 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en-US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文本框 3">
            <a:extLst>
              <a:ext uri="{FF2B5EF4-FFF2-40B4-BE49-F238E27FC236}">
                <a16:creationId xmlns:a16="http://schemas.microsoft.com/office/drawing/2014/main" id="{2A3D78F0-FAA0-4343-83B5-D038CAB847BA}"/>
              </a:ext>
            </a:extLst>
          </p:cNvPr>
          <p:cNvSpPr txBox="1"/>
          <p:nvPr/>
        </p:nvSpPr>
        <p:spPr>
          <a:xfrm>
            <a:off x="4865666" y="0"/>
            <a:ext cx="2064544" cy="46166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spc="3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得獎經歷</a:t>
            </a:r>
            <a:endParaRPr lang="zh-HK" altLang="en-US" sz="2400" b="1" spc="300" dirty="0">
              <a:solidFill>
                <a:schemeClr val="bg1"/>
              </a:solidFill>
              <a:latin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7380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6B3C96AB-997D-4EFA-9CA8-74B229164F46}"/>
              </a:ext>
            </a:extLst>
          </p:cNvPr>
          <p:cNvSpPr txBox="1"/>
          <p:nvPr/>
        </p:nvSpPr>
        <p:spPr>
          <a:xfrm>
            <a:off x="3048000" y="32443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HK" sz="4400" b="1" spc="300" dirty="0"/>
              <a:t>THANKS</a:t>
            </a:r>
            <a:endParaRPr lang="zh-HK" altLang="en-US" sz="4400" b="1" spc="300" dirty="0"/>
          </a:p>
        </p:txBody>
      </p:sp>
    </p:spTree>
    <p:extLst>
      <p:ext uri="{BB962C8B-B14F-4D97-AF65-F5344CB8AC3E}">
        <p14:creationId xmlns:p14="http://schemas.microsoft.com/office/powerpoint/2010/main" val="14511640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2800</TotalTime>
  <Words>459</Words>
  <Application>Microsoft Office PowerPoint</Application>
  <PresentationFormat>寬螢幕</PresentationFormat>
  <Paragraphs>135</Paragraphs>
  <Slides>14</Slides>
  <Notes>6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Adobe Gothic Std B</vt:lpstr>
      <vt:lpstr>Courier</vt:lpstr>
      <vt:lpstr>Kozuka Gothic Pr6N B</vt:lpstr>
      <vt:lpstr>微软雅黑</vt:lpstr>
      <vt:lpstr>微软雅黑</vt:lpstr>
      <vt:lpstr>Arial</vt:lpstr>
      <vt:lpstr>Calibri</vt:lpstr>
      <vt:lpstr>Calibri Light</vt:lpstr>
      <vt:lpstr>Times New Roman</vt:lpstr>
      <vt:lpstr>Office 主题</vt:lpstr>
      <vt:lpstr>工作表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tcpyoung</cp:lastModifiedBy>
  <cp:revision>154</cp:revision>
  <dcterms:created xsi:type="dcterms:W3CDTF">2016-07-01T08:05:32Z</dcterms:created>
  <dcterms:modified xsi:type="dcterms:W3CDTF">2021-01-21T15:59:11Z</dcterms:modified>
</cp:coreProperties>
</file>