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1" r:id="rId6"/>
    <p:sldId id="263" r:id="rId7"/>
    <p:sldId id="262" r:id="rId8"/>
    <p:sldId id="259" r:id="rId9"/>
    <p:sldId id="260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A19BCD-D9B1-44B7-A8C1-115DA43EA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8B485A5-8E12-4739-A703-A92ECBACF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4F91FD-FE38-4560-978F-63C7BF86F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DF7378B-7BFA-454E-B08B-A26A26082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6AF1376-C6AA-4678-A6CA-63C5B90F2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294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9C61DC-0B45-4390-B41F-240C11652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06B585-832A-4066-A4C2-F273474FC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4F157D-AAA7-4185-B40D-8F176135A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E6AD6F-EF7B-4394-B52E-8261EABEF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7529B7-6C0D-4761-957E-788A9E293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5687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EFF4D8-E8C7-48C9-A292-9F41717A1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667443-FEB3-48C1-9005-F7459C913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BBF233-DAFE-4372-B1D5-0F3E976D9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8B7F2A-7187-4616-A4C9-3367D2AC1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EFAC82-43B5-4672-B789-8ACB7B17A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9504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823A66-CF5A-4307-9E46-550CBD32A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7DF547-A8D4-4146-B6CE-277D56B30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3D40A3B-DD12-44AA-B8BF-D4D209394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B44C185-4F39-47A2-9A62-71A36A1D7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CDE68CD-A5FB-4A3F-86A0-343A99B8B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94BE1C1-FAF8-4884-9BE6-78EADF942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1025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5DD9F8-8BF2-4594-8DB1-F6CEC788E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315AB37-F25B-45AB-A05D-12FA4E9F7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7884E80-5DB0-4686-989F-96C73FE3E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0539803-C4BD-4C00-9E33-8DBF279A7F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C1DE2D7-137D-4494-8063-40EE34439C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495D40F-5977-4F82-9522-80DE0C2DB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AAF15F4-D014-4D3C-A050-1B2969FDD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A54AAAD-F92A-41C2-98BD-17E3D0C25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6948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65B048-C442-4066-9343-A2B440812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F8736B9-9B31-4510-ADBE-DD949CDF5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F392150-CB0D-41C0-918A-DEE37757F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1938A0C-2E08-4321-AA42-4F20EE83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2121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F2503AC-5E1F-41C9-A201-01B8E20D1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3E02EC7-1BAD-4E60-A1E5-2EC8028AE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2A4F34-D5FF-4F72-BFA8-0A59D55F5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3758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9DD114-D097-429F-BEE5-DA7A2FD9C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CDE0AD-E12F-4F56-8DBF-BBD4F7B26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4324A1A-DA89-4CED-9524-0A7661B80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AFA1EDB-FDBE-46D0-BF52-DC173B871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2767B07-B2F8-4FEC-986A-80F85DA0A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C87C870-398F-4ADD-9304-10FBB2CA0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3359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74866D-BC48-4D23-B15C-3FD37846B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19BF796-5BE0-4F06-95C6-CF166E3631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27E973B-8EC8-4AEB-9B40-59AD951E7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19B0E2-5E2F-47DF-BDED-F5F086475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9BB627D-D290-450B-8A73-62E3182F3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D7268E-B16D-4E18-8AD5-5EC0011D3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7683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0520AA-EA46-4928-B3AA-3FD742CA1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A5D45D9-1285-4F4D-967C-327C4EF10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1965B1-BFEB-43AF-862F-091646AB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C2C164-32B8-4307-A263-918DC8A1B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D34B3E-E39E-4519-96FC-9026B3E16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5550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C558CF0-D4FF-4582-9002-4DBBCADB7E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3EA87DB-9DF2-480F-AC6E-91630C3C5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13AB17-2522-40AF-BA68-BE060056C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5604E-D5C5-49B3-9977-2CA104B9D5B1}" type="datetimeFigureOut">
              <a:rPr lang="zh-TW" altLang="en-US" smtClean="0"/>
              <a:t>2021/4/15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8AC34F-B330-49C7-A0F5-3319425B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699032-4435-4EA3-85DA-AC70CD56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9069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48FFB73-4463-4D83-B93B-5507C32B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050010-DC0A-4EA2-BCE6-3E0DA709A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C62161-E204-4FE4-A349-7C269253E1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5604E-D5C5-49B3-9977-2CA104B9D5B1}" type="datetimeFigureOut">
              <a:rPr lang="zh-TW" altLang="en-US" smtClean="0"/>
              <a:t>2021/4/15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EFC93B-2055-4F76-852C-A9BC08FDC5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21A5DF-49EB-42A1-9A29-35920D80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38BA4-78A8-4BDE-9A53-4656B3CAB4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1478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fif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jpg"/><Relationship Id="rId4" Type="http://schemas.openxmlformats.org/officeDocument/2006/relationships/image" Target="../media/image2.jfif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fif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jpg"/><Relationship Id="rId4" Type="http://schemas.openxmlformats.org/officeDocument/2006/relationships/image" Target="../media/image2.jfif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jpg"/><Relationship Id="rId4" Type="http://schemas.openxmlformats.org/officeDocument/2006/relationships/image" Target="../media/image2.jfi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fif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jpg"/><Relationship Id="rId4" Type="http://schemas.openxmlformats.org/officeDocument/2006/relationships/image" Target="../media/image2.jfif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jpg"/><Relationship Id="rId4" Type="http://schemas.openxmlformats.org/officeDocument/2006/relationships/image" Target="../media/image2.jfi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fif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jpg"/><Relationship Id="rId4" Type="http://schemas.openxmlformats.org/officeDocument/2006/relationships/image" Target="../media/image2.jfif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jpg"/><Relationship Id="rId4" Type="http://schemas.openxmlformats.org/officeDocument/2006/relationships/image" Target="../media/image2.jfi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jfif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jpg"/><Relationship Id="rId4" Type="http://schemas.openxmlformats.org/officeDocument/2006/relationships/image" Target="../media/image2.jfif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7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jpg"/><Relationship Id="rId4" Type="http://schemas.openxmlformats.org/officeDocument/2006/relationships/image" Target="../media/image2.jfi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jfif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jpg"/><Relationship Id="rId4" Type="http://schemas.openxmlformats.org/officeDocument/2006/relationships/image" Target="../media/image2.jfif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jfif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jpg"/><Relationship Id="rId4" Type="http://schemas.openxmlformats.org/officeDocument/2006/relationships/image" Target="../media/image2.jfif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61D13B4-2898-48DE-82CE-6C077D6AEB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80" y="1828941"/>
            <a:ext cx="2891790" cy="384608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D05CCB2-4BE5-4110-A595-09D05C1D01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2920" y="2950210"/>
            <a:ext cx="3685032" cy="208026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60F0F48D-68D3-4780-B10F-7A551C1E8E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878" y="2606074"/>
            <a:ext cx="3805047" cy="24243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FB4A5CF-65C9-4540-B93F-73117466A672}"/>
                  </a:ext>
                </a:extLst>
              </p:cNvPr>
              <p:cNvSpPr/>
              <p:nvPr/>
            </p:nvSpPr>
            <p:spPr>
              <a:xfrm>
                <a:off x="321618" y="459078"/>
                <a:ext cx="113179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4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altLang="zh-TW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FB4A5CF-65C9-4540-B93F-73117466A6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18" y="459078"/>
                <a:ext cx="11317932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6633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/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4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altLang="zh-TW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649412DA-6EDC-4536-A3AA-28E0057ED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369" y="1131240"/>
            <a:ext cx="1288992" cy="171435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C593CAD-115C-4DE2-B7FB-D9B695CD2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946" y="1524789"/>
            <a:ext cx="1642573" cy="927259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40A1A6B-AA5A-4597-B85E-F4C1D1E0F1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50" y="1448090"/>
            <a:ext cx="1696069" cy="108065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7866A17-49F6-49E1-89D3-E109BF5EDD31}"/>
              </a:ext>
            </a:extLst>
          </p:cNvPr>
          <p:cNvSpPr/>
          <p:nvPr/>
        </p:nvSpPr>
        <p:spPr>
          <a:xfrm>
            <a:off x="2224390" y="3124200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1CB741-9C0C-410C-9509-C79ED3DBF85F}"/>
              </a:ext>
            </a:extLst>
          </p:cNvPr>
          <p:cNvSpPr/>
          <p:nvPr/>
        </p:nvSpPr>
        <p:spPr>
          <a:xfrm>
            <a:off x="4317892" y="3128863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C97C81-D78A-43E3-9CBB-17D3C4618984}"/>
              </a:ext>
            </a:extLst>
          </p:cNvPr>
          <p:cNvSpPr/>
          <p:nvPr/>
        </p:nvSpPr>
        <p:spPr>
          <a:xfrm>
            <a:off x="6465427" y="3119338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2AFA6D3-6B95-4A1D-84EA-FF5FB2C1ED0D}"/>
              </a:ext>
            </a:extLst>
          </p:cNvPr>
          <p:cNvSpPr/>
          <p:nvPr/>
        </p:nvSpPr>
        <p:spPr>
          <a:xfrm>
            <a:off x="2224390" y="4279101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3F3044C-00B3-4FA1-948C-7692C1DC6FAE}"/>
              </a:ext>
            </a:extLst>
          </p:cNvPr>
          <p:cNvSpPr/>
          <p:nvPr/>
        </p:nvSpPr>
        <p:spPr>
          <a:xfrm>
            <a:off x="4317892" y="4279101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F48F755-C712-4B76-AFBC-8B20328E63A8}"/>
              </a:ext>
            </a:extLst>
          </p:cNvPr>
          <p:cNvSpPr/>
          <p:nvPr/>
        </p:nvSpPr>
        <p:spPr>
          <a:xfrm>
            <a:off x="6465427" y="4279101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4</a:t>
            </a:r>
            <a:endParaRPr lang="zh-TW" altLang="en-US" sz="40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A8CA77-B425-43AF-B489-50401638E483}"/>
              </a:ext>
            </a:extLst>
          </p:cNvPr>
          <p:cNvSpPr/>
          <p:nvPr/>
        </p:nvSpPr>
        <p:spPr>
          <a:xfrm>
            <a:off x="2224390" y="5360377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5</a:t>
            </a:r>
            <a:endParaRPr lang="zh-TW" altLang="en-US" sz="40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622245F-D128-4206-AE57-E36F03B6B247}"/>
              </a:ext>
            </a:extLst>
          </p:cNvPr>
          <p:cNvSpPr/>
          <p:nvPr/>
        </p:nvSpPr>
        <p:spPr>
          <a:xfrm>
            <a:off x="4317892" y="5360377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4BB7CB8-5FD8-4292-844F-7BD1AA250AFB}"/>
              </a:ext>
            </a:extLst>
          </p:cNvPr>
          <p:cNvSpPr/>
          <p:nvPr/>
        </p:nvSpPr>
        <p:spPr>
          <a:xfrm>
            <a:off x="6465427" y="5360377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/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/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B147C5-6FE8-4CE7-B477-6BD94B6CECEB}"/>
                  </a:ext>
                </a:extLst>
              </p:cNvPr>
              <p:cNvSpPr txBox="1"/>
              <p:nvPr/>
            </p:nvSpPr>
            <p:spPr>
              <a:xfrm>
                <a:off x="6828183" y="4363308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B147C5-6FE8-4CE7-B477-6BD94B6CE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4363308"/>
                <a:ext cx="6096000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8F6AEF69-F856-40DF-B691-44B28CA70FE4}"/>
                  </a:ext>
                </a:extLst>
              </p:cNvPr>
              <p:cNvSpPr txBox="1"/>
              <p:nvPr/>
            </p:nvSpPr>
            <p:spPr>
              <a:xfrm>
                <a:off x="6828183" y="5438864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8F6AEF69-F856-40DF-B691-44B28CA70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5438864"/>
                <a:ext cx="6096000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306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/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4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altLang="zh-TW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649412DA-6EDC-4536-A3AA-28E0057ED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369" y="1131240"/>
            <a:ext cx="1288992" cy="171435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C593CAD-115C-4DE2-B7FB-D9B695CD2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946" y="1524789"/>
            <a:ext cx="1642573" cy="927259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40A1A6B-AA5A-4597-B85E-F4C1D1E0F1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50" y="1448090"/>
            <a:ext cx="1696069" cy="108065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7866A17-49F6-49E1-89D3-E109BF5EDD31}"/>
              </a:ext>
            </a:extLst>
          </p:cNvPr>
          <p:cNvSpPr/>
          <p:nvPr/>
        </p:nvSpPr>
        <p:spPr>
          <a:xfrm>
            <a:off x="2224390" y="3124200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1CB741-9C0C-410C-9509-C79ED3DBF85F}"/>
              </a:ext>
            </a:extLst>
          </p:cNvPr>
          <p:cNvSpPr/>
          <p:nvPr/>
        </p:nvSpPr>
        <p:spPr>
          <a:xfrm>
            <a:off x="4317892" y="3128863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C97C81-D78A-43E3-9CBB-17D3C4618984}"/>
              </a:ext>
            </a:extLst>
          </p:cNvPr>
          <p:cNvSpPr/>
          <p:nvPr/>
        </p:nvSpPr>
        <p:spPr>
          <a:xfrm>
            <a:off x="6465427" y="3119338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2AFA6D3-6B95-4A1D-84EA-FF5FB2C1ED0D}"/>
              </a:ext>
            </a:extLst>
          </p:cNvPr>
          <p:cNvSpPr/>
          <p:nvPr/>
        </p:nvSpPr>
        <p:spPr>
          <a:xfrm>
            <a:off x="2224390" y="4279101"/>
            <a:ext cx="1504950" cy="8763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3F3044C-00B3-4FA1-948C-7692C1DC6FAE}"/>
              </a:ext>
            </a:extLst>
          </p:cNvPr>
          <p:cNvSpPr/>
          <p:nvPr/>
        </p:nvSpPr>
        <p:spPr>
          <a:xfrm>
            <a:off x="4317892" y="4279101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F48F755-C712-4B76-AFBC-8B20328E63A8}"/>
              </a:ext>
            </a:extLst>
          </p:cNvPr>
          <p:cNvSpPr/>
          <p:nvPr/>
        </p:nvSpPr>
        <p:spPr>
          <a:xfrm>
            <a:off x="6465427" y="4279101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4</a:t>
            </a:r>
            <a:endParaRPr lang="zh-TW" altLang="en-US" sz="40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A8CA77-B425-43AF-B489-50401638E483}"/>
              </a:ext>
            </a:extLst>
          </p:cNvPr>
          <p:cNvSpPr/>
          <p:nvPr/>
        </p:nvSpPr>
        <p:spPr>
          <a:xfrm>
            <a:off x="2224390" y="5360377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5</a:t>
            </a:r>
            <a:endParaRPr lang="zh-TW" altLang="en-US" sz="40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622245F-D128-4206-AE57-E36F03B6B247}"/>
              </a:ext>
            </a:extLst>
          </p:cNvPr>
          <p:cNvSpPr/>
          <p:nvPr/>
        </p:nvSpPr>
        <p:spPr>
          <a:xfrm>
            <a:off x="4317892" y="5360377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4BB7CB8-5FD8-4292-844F-7BD1AA250AFB}"/>
              </a:ext>
            </a:extLst>
          </p:cNvPr>
          <p:cNvSpPr/>
          <p:nvPr/>
        </p:nvSpPr>
        <p:spPr>
          <a:xfrm>
            <a:off x="6465427" y="5360377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/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/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B147C5-6FE8-4CE7-B477-6BD94B6CECEB}"/>
                  </a:ext>
                </a:extLst>
              </p:cNvPr>
              <p:cNvSpPr txBox="1"/>
              <p:nvPr/>
            </p:nvSpPr>
            <p:spPr>
              <a:xfrm>
                <a:off x="6828183" y="4363308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B147C5-6FE8-4CE7-B477-6BD94B6CE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4363308"/>
                <a:ext cx="6096000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8F6AEF69-F856-40DF-B691-44B28CA70FE4}"/>
                  </a:ext>
                </a:extLst>
              </p:cNvPr>
              <p:cNvSpPr txBox="1"/>
              <p:nvPr/>
            </p:nvSpPr>
            <p:spPr>
              <a:xfrm>
                <a:off x="6828183" y="5438864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8F6AEF69-F856-40DF-B691-44B28CA70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5438864"/>
                <a:ext cx="6096000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1589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/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4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altLang="zh-TW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649412DA-6EDC-4536-A3AA-28E0057ED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369" y="1131240"/>
            <a:ext cx="1288992" cy="171435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C593CAD-115C-4DE2-B7FB-D9B695CD2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946" y="1524789"/>
            <a:ext cx="1642573" cy="927259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40A1A6B-AA5A-4597-B85E-F4C1D1E0F1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50" y="1448090"/>
            <a:ext cx="1696069" cy="10806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/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3FB33816-D080-4811-A279-BE1AF9A92EA3}"/>
              </a:ext>
            </a:extLst>
          </p:cNvPr>
          <p:cNvSpPr/>
          <p:nvPr/>
        </p:nvSpPr>
        <p:spPr>
          <a:xfrm>
            <a:off x="2224390" y="4103417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789602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/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4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altLang="zh-TW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649412DA-6EDC-4536-A3AA-28E0057ED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369" y="1131240"/>
            <a:ext cx="1288992" cy="171435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C593CAD-115C-4DE2-B7FB-D9B695CD2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946" y="1524789"/>
            <a:ext cx="1642573" cy="927259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40A1A6B-AA5A-4597-B85E-F4C1D1E0F1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50" y="1448090"/>
            <a:ext cx="1696069" cy="108065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7866A17-49F6-49E1-89D3-E109BF5EDD31}"/>
              </a:ext>
            </a:extLst>
          </p:cNvPr>
          <p:cNvSpPr/>
          <p:nvPr/>
        </p:nvSpPr>
        <p:spPr>
          <a:xfrm>
            <a:off x="2224390" y="3124200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1CB741-9C0C-410C-9509-C79ED3DBF85F}"/>
              </a:ext>
            </a:extLst>
          </p:cNvPr>
          <p:cNvSpPr/>
          <p:nvPr/>
        </p:nvSpPr>
        <p:spPr>
          <a:xfrm>
            <a:off x="4317892" y="3128863"/>
            <a:ext cx="1504950" cy="8763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C97C81-D78A-43E3-9CBB-17D3C4618984}"/>
              </a:ext>
            </a:extLst>
          </p:cNvPr>
          <p:cNvSpPr/>
          <p:nvPr/>
        </p:nvSpPr>
        <p:spPr>
          <a:xfrm>
            <a:off x="6465427" y="3119338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2AFA6D3-6B95-4A1D-84EA-FF5FB2C1ED0D}"/>
              </a:ext>
            </a:extLst>
          </p:cNvPr>
          <p:cNvSpPr/>
          <p:nvPr/>
        </p:nvSpPr>
        <p:spPr>
          <a:xfrm>
            <a:off x="2224390" y="4279101"/>
            <a:ext cx="1504950" cy="8763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3F3044C-00B3-4FA1-948C-7692C1DC6FAE}"/>
              </a:ext>
            </a:extLst>
          </p:cNvPr>
          <p:cNvSpPr/>
          <p:nvPr/>
        </p:nvSpPr>
        <p:spPr>
          <a:xfrm>
            <a:off x="4317892" y="4279101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F48F755-C712-4B76-AFBC-8B20328E63A8}"/>
              </a:ext>
            </a:extLst>
          </p:cNvPr>
          <p:cNvSpPr/>
          <p:nvPr/>
        </p:nvSpPr>
        <p:spPr>
          <a:xfrm>
            <a:off x="6465427" y="4279101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4</a:t>
            </a:r>
            <a:endParaRPr lang="zh-TW" altLang="en-US" sz="40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A8CA77-B425-43AF-B489-50401638E483}"/>
              </a:ext>
            </a:extLst>
          </p:cNvPr>
          <p:cNvSpPr/>
          <p:nvPr/>
        </p:nvSpPr>
        <p:spPr>
          <a:xfrm>
            <a:off x="2224390" y="5360377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5</a:t>
            </a:r>
            <a:endParaRPr lang="zh-TW" altLang="en-US" sz="40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622245F-D128-4206-AE57-E36F03B6B247}"/>
              </a:ext>
            </a:extLst>
          </p:cNvPr>
          <p:cNvSpPr/>
          <p:nvPr/>
        </p:nvSpPr>
        <p:spPr>
          <a:xfrm>
            <a:off x="4317892" y="5360377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4BB7CB8-5FD8-4292-844F-7BD1AA250AFB}"/>
              </a:ext>
            </a:extLst>
          </p:cNvPr>
          <p:cNvSpPr/>
          <p:nvPr/>
        </p:nvSpPr>
        <p:spPr>
          <a:xfrm>
            <a:off x="6465427" y="5360377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/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/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B147C5-6FE8-4CE7-B477-6BD94B6CECEB}"/>
                  </a:ext>
                </a:extLst>
              </p:cNvPr>
              <p:cNvSpPr txBox="1"/>
              <p:nvPr/>
            </p:nvSpPr>
            <p:spPr>
              <a:xfrm>
                <a:off x="6828183" y="4363308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B147C5-6FE8-4CE7-B477-6BD94B6CE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4363308"/>
                <a:ext cx="6096000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8F6AEF69-F856-40DF-B691-44B28CA70FE4}"/>
                  </a:ext>
                </a:extLst>
              </p:cNvPr>
              <p:cNvSpPr txBox="1"/>
              <p:nvPr/>
            </p:nvSpPr>
            <p:spPr>
              <a:xfrm>
                <a:off x="6828183" y="5438864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8F6AEF69-F856-40DF-B691-44B28CA70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5438864"/>
                <a:ext cx="6096000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391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/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4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altLang="zh-TW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649412DA-6EDC-4536-A3AA-28E0057ED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369" y="1131240"/>
            <a:ext cx="1288992" cy="171435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C593CAD-115C-4DE2-B7FB-D9B695CD2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946" y="1524789"/>
            <a:ext cx="1642573" cy="927259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40A1A6B-AA5A-4597-B85E-F4C1D1E0F1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50" y="1448090"/>
            <a:ext cx="1696069" cy="10806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/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3FB33816-D080-4811-A279-BE1AF9A92EA3}"/>
              </a:ext>
            </a:extLst>
          </p:cNvPr>
          <p:cNvSpPr/>
          <p:nvPr/>
        </p:nvSpPr>
        <p:spPr>
          <a:xfrm>
            <a:off x="2224390" y="4103417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9A06C60-CE08-4605-AC44-EB5D5355F610}"/>
              </a:ext>
            </a:extLst>
          </p:cNvPr>
          <p:cNvSpPr/>
          <p:nvPr/>
        </p:nvSpPr>
        <p:spPr>
          <a:xfrm>
            <a:off x="4317892" y="4108080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274512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/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4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altLang="zh-TW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649412DA-6EDC-4536-A3AA-28E0057ED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369" y="1131240"/>
            <a:ext cx="1288992" cy="171435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C593CAD-115C-4DE2-B7FB-D9B695CD2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946" y="1524789"/>
            <a:ext cx="1642573" cy="927259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40A1A6B-AA5A-4597-B85E-F4C1D1E0F1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50" y="1448090"/>
            <a:ext cx="1696069" cy="108065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7866A17-49F6-49E1-89D3-E109BF5EDD31}"/>
              </a:ext>
            </a:extLst>
          </p:cNvPr>
          <p:cNvSpPr/>
          <p:nvPr/>
        </p:nvSpPr>
        <p:spPr>
          <a:xfrm>
            <a:off x="2224390" y="3124200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1CB741-9C0C-410C-9509-C79ED3DBF85F}"/>
              </a:ext>
            </a:extLst>
          </p:cNvPr>
          <p:cNvSpPr/>
          <p:nvPr/>
        </p:nvSpPr>
        <p:spPr>
          <a:xfrm>
            <a:off x="4317892" y="3128863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C97C81-D78A-43E3-9CBB-17D3C4618984}"/>
              </a:ext>
            </a:extLst>
          </p:cNvPr>
          <p:cNvSpPr/>
          <p:nvPr/>
        </p:nvSpPr>
        <p:spPr>
          <a:xfrm>
            <a:off x="6465427" y="3119338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2AFA6D3-6B95-4A1D-84EA-FF5FB2C1ED0D}"/>
              </a:ext>
            </a:extLst>
          </p:cNvPr>
          <p:cNvSpPr/>
          <p:nvPr/>
        </p:nvSpPr>
        <p:spPr>
          <a:xfrm>
            <a:off x="2224390" y="4279101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3F3044C-00B3-4FA1-948C-7692C1DC6FAE}"/>
              </a:ext>
            </a:extLst>
          </p:cNvPr>
          <p:cNvSpPr/>
          <p:nvPr/>
        </p:nvSpPr>
        <p:spPr>
          <a:xfrm>
            <a:off x="4317892" y="4279101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F48F755-C712-4B76-AFBC-8B20328E63A8}"/>
              </a:ext>
            </a:extLst>
          </p:cNvPr>
          <p:cNvSpPr/>
          <p:nvPr/>
        </p:nvSpPr>
        <p:spPr>
          <a:xfrm>
            <a:off x="6465427" y="4279101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4</a:t>
            </a:r>
            <a:endParaRPr lang="zh-TW" altLang="en-US" sz="40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A8CA77-B425-43AF-B489-50401638E483}"/>
              </a:ext>
            </a:extLst>
          </p:cNvPr>
          <p:cNvSpPr/>
          <p:nvPr/>
        </p:nvSpPr>
        <p:spPr>
          <a:xfrm>
            <a:off x="2224390" y="5360377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5</a:t>
            </a:r>
            <a:endParaRPr lang="zh-TW" altLang="en-US" sz="40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622245F-D128-4206-AE57-E36F03B6B247}"/>
              </a:ext>
            </a:extLst>
          </p:cNvPr>
          <p:cNvSpPr/>
          <p:nvPr/>
        </p:nvSpPr>
        <p:spPr>
          <a:xfrm>
            <a:off x="4317892" y="5360377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4BB7CB8-5FD8-4292-844F-7BD1AA250AFB}"/>
              </a:ext>
            </a:extLst>
          </p:cNvPr>
          <p:cNvSpPr/>
          <p:nvPr/>
        </p:nvSpPr>
        <p:spPr>
          <a:xfrm>
            <a:off x="6465427" y="5360377"/>
            <a:ext cx="1504950" cy="8763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/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/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B147C5-6FE8-4CE7-B477-6BD94B6CECEB}"/>
                  </a:ext>
                </a:extLst>
              </p:cNvPr>
              <p:cNvSpPr txBox="1"/>
              <p:nvPr/>
            </p:nvSpPr>
            <p:spPr>
              <a:xfrm>
                <a:off x="6828183" y="4363308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B147C5-6FE8-4CE7-B477-6BD94B6CE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4363308"/>
                <a:ext cx="6096000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8F6AEF69-F856-40DF-B691-44B28CA70FE4}"/>
                  </a:ext>
                </a:extLst>
              </p:cNvPr>
              <p:cNvSpPr txBox="1"/>
              <p:nvPr/>
            </p:nvSpPr>
            <p:spPr>
              <a:xfrm>
                <a:off x="6828183" y="5438864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8F6AEF69-F856-40DF-B691-44B28CA70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5438864"/>
                <a:ext cx="6096000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7749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/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4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altLang="zh-TW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649412DA-6EDC-4536-A3AA-28E0057ED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369" y="1131240"/>
            <a:ext cx="1288992" cy="171435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C593CAD-115C-4DE2-B7FB-D9B695CD2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946" y="1524789"/>
            <a:ext cx="1642573" cy="927259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40A1A6B-AA5A-4597-B85E-F4C1D1E0F1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50" y="1448090"/>
            <a:ext cx="1696069" cy="10806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/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3FB33816-D080-4811-A279-BE1AF9A92EA3}"/>
              </a:ext>
            </a:extLst>
          </p:cNvPr>
          <p:cNvSpPr/>
          <p:nvPr/>
        </p:nvSpPr>
        <p:spPr>
          <a:xfrm>
            <a:off x="2224390" y="4103417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9A06C60-CE08-4605-AC44-EB5D5355F610}"/>
              </a:ext>
            </a:extLst>
          </p:cNvPr>
          <p:cNvSpPr/>
          <p:nvPr/>
        </p:nvSpPr>
        <p:spPr>
          <a:xfrm>
            <a:off x="4317892" y="4108080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A559A77-095E-4AC6-9C02-6C6E6EF4C32A}"/>
              </a:ext>
            </a:extLst>
          </p:cNvPr>
          <p:cNvSpPr/>
          <p:nvPr/>
        </p:nvSpPr>
        <p:spPr>
          <a:xfrm>
            <a:off x="6465427" y="4098555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F5C6B6E6-64D5-4EE7-A125-4F13BB62FD81}"/>
                  </a:ext>
                </a:extLst>
              </p:cNvPr>
              <p:cNvSpPr txBox="1"/>
              <p:nvPr/>
            </p:nvSpPr>
            <p:spPr>
              <a:xfrm>
                <a:off x="6811631" y="4108080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F5C6B6E6-64D5-4EE7-A125-4F13BB62F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631" y="4108080"/>
                <a:ext cx="6096000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5061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/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4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altLang="zh-TW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649412DA-6EDC-4536-A3AA-28E0057ED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369" y="1131240"/>
            <a:ext cx="1288992" cy="171435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C593CAD-115C-4DE2-B7FB-D9B695CD2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946" y="1524789"/>
            <a:ext cx="1642573" cy="927259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40A1A6B-AA5A-4597-B85E-F4C1D1E0F1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50" y="1448090"/>
            <a:ext cx="1696069" cy="108065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7866A17-49F6-49E1-89D3-E109BF5EDD31}"/>
              </a:ext>
            </a:extLst>
          </p:cNvPr>
          <p:cNvSpPr/>
          <p:nvPr/>
        </p:nvSpPr>
        <p:spPr>
          <a:xfrm>
            <a:off x="2224390" y="3124200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1CB741-9C0C-410C-9509-C79ED3DBF85F}"/>
              </a:ext>
            </a:extLst>
          </p:cNvPr>
          <p:cNvSpPr/>
          <p:nvPr/>
        </p:nvSpPr>
        <p:spPr>
          <a:xfrm>
            <a:off x="4317892" y="3128863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C97C81-D78A-43E3-9CBB-17D3C4618984}"/>
              </a:ext>
            </a:extLst>
          </p:cNvPr>
          <p:cNvSpPr/>
          <p:nvPr/>
        </p:nvSpPr>
        <p:spPr>
          <a:xfrm>
            <a:off x="6465427" y="3119338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2AFA6D3-6B95-4A1D-84EA-FF5FB2C1ED0D}"/>
              </a:ext>
            </a:extLst>
          </p:cNvPr>
          <p:cNvSpPr/>
          <p:nvPr/>
        </p:nvSpPr>
        <p:spPr>
          <a:xfrm>
            <a:off x="2224390" y="4279101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3F3044C-00B3-4FA1-948C-7692C1DC6FAE}"/>
              </a:ext>
            </a:extLst>
          </p:cNvPr>
          <p:cNvSpPr/>
          <p:nvPr/>
        </p:nvSpPr>
        <p:spPr>
          <a:xfrm>
            <a:off x="4317892" y="4279101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F48F755-C712-4B76-AFBC-8B20328E63A8}"/>
              </a:ext>
            </a:extLst>
          </p:cNvPr>
          <p:cNvSpPr/>
          <p:nvPr/>
        </p:nvSpPr>
        <p:spPr>
          <a:xfrm>
            <a:off x="6465427" y="4279101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4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/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/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B147C5-6FE8-4CE7-B477-6BD94B6CECEB}"/>
                  </a:ext>
                </a:extLst>
              </p:cNvPr>
              <p:cNvSpPr txBox="1"/>
              <p:nvPr/>
            </p:nvSpPr>
            <p:spPr>
              <a:xfrm>
                <a:off x="6828183" y="4325967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B147C5-6FE8-4CE7-B477-6BD94B6CE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4325967"/>
                <a:ext cx="6096000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7505A6EB-1633-47B7-9B48-A470D2B6AAE7}"/>
              </a:ext>
            </a:extLst>
          </p:cNvPr>
          <p:cNvSpPr/>
          <p:nvPr/>
        </p:nvSpPr>
        <p:spPr>
          <a:xfrm>
            <a:off x="2240942" y="5434201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4665EE9-9075-4F9E-9E02-65DB5C2BC528}"/>
              </a:ext>
            </a:extLst>
          </p:cNvPr>
          <p:cNvSpPr/>
          <p:nvPr/>
        </p:nvSpPr>
        <p:spPr>
          <a:xfrm>
            <a:off x="4334444" y="5438864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4C5AC12-26AD-4473-8F3E-B0979F32351E}"/>
              </a:ext>
            </a:extLst>
          </p:cNvPr>
          <p:cNvSpPr/>
          <p:nvPr/>
        </p:nvSpPr>
        <p:spPr>
          <a:xfrm>
            <a:off x="6481979" y="5429339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60F77DEE-E0E3-4C18-9001-F2E84E42D2BA}"/>
                  </a:ext>
                </a:extLst>
              </p:cNvPr>
              <p:cNvSpPr txBox="1"/>
              <p:nvPr/>
            </p:nvSpPr>
            <p:spPr>
              <a:xfrm>
                <a:off x="6828183" y="5438864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60F77DEE-E0E3-4C18-9001-F2E84E42D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5438864"/>
                <a:ext cx="6096000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523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/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4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altLang="zh-TW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649412DA-6EDC-4536-A3AA-28E0057ED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369" y="1131240"/>
            <a:ext cx="1288992" cy="171435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C593CAD-115C-4DE2-B7FB-D9B695CD2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946" y="1524789"/>
            <a:ext cx="1642573" cy="927259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40A1A6B-AA5A-4597-B85E-F4C1D1E0F1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50" y="1448090"/>
            <a:ext cx="1696069" cy="10806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/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3FB33816-D080-4811-A279-BE1AF9A92EA3}"/>
              </a:ext>
            </a:extLst>
          </p:cNvPr>
          <p:cNvSpPr/>
          <p:nvPr/>
        </p:nvSpPr>
        <p:spPr>
          <a:xfrm>
            <a:off x="2224390" y="4103417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9A06C60-CE08-4605-AC44-EB5D5355F610}"/>
              </a:ext>
            </a:extLst>
          </p:cNvPr>
          <p:cNvSpPr/>
          <p:nvPr/>
        </p:nvSpPr>
        <p:spPr>
          <a:xfrm>
            <a:off x="4317892" y="4108080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A559A77-095E-4AC6-9C02-6C6E6EF4C32A}"/>
              </a:ext>
            </a:extLst>
          </p:cNvPr>
          <p:cNvSpPr/>
          <p:nvPr/>
        </p:nvSpPr>
        <p:spPr>
          <a:xfrm>
            <a:off x="6465427" y="4098555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F5C6B6E6-64D5-4EE7-A125-4F13BB62FD81}"/>
                  </a:ext>
                </a:extLst>
              </p:cNvPr>
              <p:cNvSpPr txBox="1"/>
              <p:nvPr/>
            </p:nvSpPr>
            <p:spPr>
              <a:xfrm>
                <a:off x="6811631" y="4108080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F5C6B6E6-64D5-4EE7-A125-4F13BB62F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631" y="4108080"/>
                <a:ext cx="6096000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1CE74DBE-A9FE-4FFD-B36B-3B77BD8B6D79}"/>
              </a:ext>
            </a:extLst>
          </p:cNvPr>
          <p:cNvSpPr txBox="1"/>
          <p:nvPr/>
        </p:nvSpPr>
        <p:spPr>
          <a:xfrm>
            <a:off x="2640117" y="5220625"/>
            <a:ext cx="6992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+1</a:t>
            </a:r>
            <a:endParaRPr lang="zh-TW" altLang="en-US" sz="40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52E25B3-64EA-4E00-82F7-4F3C9755847E}"/>
              </a:ext>
            </a:extLst>
          </p:cNvPr>
          <p:cNvSpPr txBox="1"/>
          <p:nvPr/>
        </p:nvSpPr>
        <p:spPr>
          <a:xfrm>
            <a:off x="4735617" y="5220625"/>
            <a:ext cx="6992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+1</a:t>
            </a:r>
            <a:endParaRPr lang="zh-TW" altLang="en-US" sz="40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B25D202-E4A9-4A21-9B12-707CAA6163F3}"/>
              </a:ext>
            </a:extLst>
          </p:cNvPr>
          <p:cNvSpPr txBox="1"/>
          <p:nvPr/>
        </p:nvSpPr>
        <p:spPr>
          <a:xfrm>
            <a:off x="6928367" y="5220625"/>
            <a:ext cx="6014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-1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675959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/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4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altLang="zh-TW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649412DA-6EDC-4536-A3AA-28E0057ED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369" y="1131240"/>
            <a:ext cx="1288992" cy="171435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C593CAD-115C-4DE2-B7FB-D9B695CD2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946" y="1524789"/>
            <a:ext cx="1642573" cy="927259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40A1A6B-AA5A-4597-B85E-F4C1D1E0F1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50" y="1448090"/>
            <a:ext cx="1696069" cy="108065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7866A17-49F6-49E1-89D3-E109BF5EDD31}"/>
              </a:ext>
            </a:extLst>
          </p:cNvPr>
          <p:cNvSpPr/>
          <p:nvPr/>
        </p:nvSpPr>
        <p:spPr>
          <a:xfrm>
            <a:off x="2224390" y="3124200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1CB741-9C0C-410C-9509-C79ED3DBF85F}"/>
              </a:ext>
            </a:extLst>
          </p:cNvPr>
          <p:cNvSpPr/>
          <p:nvPr/>
        </p:nvSpPr>
        <p:spPr>
          <a:xfrm>
            <a:off x="4317892" y="3128863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C97C81-D78A-43E3-9CBB-17D3C4618984}"/>
              </a:ext>
            </a:extLst>
          </p:cNvPr>
          <p:cNvSpPr/>
          <p:nvPr/>
        </p:nvSpPr>
        <p:spPr>
          <a:xfrm>
            <a:off x="6465427" y="3119338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2AFA6D3-6B95-4A1D-84EA-FF5FB2C1ED0D}"/>
              </a:ext>
            </a:extLst>
          </p:cNvPr>
          <p:cNvSpPr/>
          <p:nvPr/>
        </p:nvSpPr>
        <p:spPr>
          <a:xfrm>
            <a:off x="2224390" y="4279101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3F3044C-00B3-4FA1-948C-7692C1DC6FAE}"/>
              </a:ext>
            </a:extLst>
          </p:cNvPr>
          <p:cNvSpPr/>
          <p:nvPr/>
        </p:nvSpPr>
        <p:spPr>
          <a:xfrm>
            <a:off x="4317892" y="4279101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F48F755-C712-4B76-AFBC-8B20328E63A8}"/>
              </a:ext>
            </a:extLst>
          </p:cNvPr>
          <p:cNvSpPr/>
          <p:nvPr/>
        </p:nvSpPr>
        <p:spPr>
          <a:xfrm>
            <a:off x="6465427" y="4279101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4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/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/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B147C5-6FE8-4CE7-B477-6BD94B6CECEB}"/>
                  </a:ext>
                </a:extLst>
              </p:cNvPr>
              <p:cNvSpPr txBox="1"/>
              <p:nvPr/>
            </p:nvSpPr>
            <p:spPr>
              <a:xfrm>
                <a:off x="6828183" y="4325967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13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B147C5-6FE8-4CE7-B477-6BD94B6CE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4325967"/>
                <a:ext cx="6096000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7505A6EB-1633-47B7-9B48-A470D2B6AAE7}"/>
              </a:ext>
            </a:extLst>
          </p:cNvPr>
          <p:cNvSpPr/>
          <p:nvPr/>
        </p:nvSpPr>
        <p:spPr>
          <a:xfrm>
            <a:off x="2240942" y="5434201"/>
            <a:ext cx="1504950" cy="8763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4665EE9-9075-4F9E-9E02-65DB5C2BC528}"/>
              </a:ext>
            </a:extLst>
          </p:cNvPr>
          <p:cNvSpPr/>
          <p:nvPr/>
        </p:nvSpPr>
        <p:spPr>
          <a:xfrm>
            <a:off x="4334444" y="5438864"/>
            <a:ext cx="1504950" cy="8763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4C5AC12-26AD-4473-8F3E-B0979F32351E}"/>
              </a:ext>
            </a:extLst>
          </p:cNvPr>
          <p:cNvSpPr/>
          <p:nvPr/>
        </p:nvSpPr>
        <p:spPr>
          <a:xfrm>
            <a:off x="6481979" y="5429339"/>
            <a:ext cx="1504950" cy="8763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60F77DEE-E0E3-4C18-9001-F2E84E42D2BA}"/>
                  </a:ext>
                </a:extLst>
              </p:cNvPr>
              <p:cNvSpPr txBox="1"/>
              <p:nvPr/>
            </p:nvSpPr>
            <p:spPr>
              <a:xfrm>
                <a:off x="6828183" y="5438864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60F77DEE-E0E3-4C18-9001-F2E84E42D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5438864"/>
                <a:ext cx="6096000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9312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/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TW" sz="40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TW" sz="40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4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4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TW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40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altLang="zh-TW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F5C27B8-0279-41F2-95D0-65E52814B2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68" y="273011"/>
                <a:ext cx="11317932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片 11">
            <a:extLst>
              <a:ext uri="{FF2B5EF4-FFF2-40B4-BE49-F238E27FC236}">
                <a16:creationId xmlns:a16="http://schemas.microsoft.com/office/drawing/2014/main" id="{649412DA-6EDC-4536-A3AA-28E0057ED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369" y="1131240"/>
            <a:ext cx="1288992" cy="171435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C593CAD-115C-4DE2-B7FB-D9B695CD2C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946" y="1524789"/>
            <a:ext cx="1642573" cy="927259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40A1A6B-AA5A-4597-B85E-F4C1D1E0F1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50" y="1448090"/>
            <a:ext cx="1696069" cy="108065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7866A17-49F6-49E1-89D3-E109BF5EDD31}"/>
              </a:ext>
            </a:extLst>
          </p:cNvPr>
          <p:cNvSpPr/>
          <p:nvPr/>
        </p:nvSpPr>
        <p:spPr>
          <a:xfrm>
            <a:off x="2224390" y="3124200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1CB741-9C0C-410C-9509-C79ED3DBF85F}"/>
              </a:ext>
            </a:extLst>
          </p:cNvPr>
          <p:cNvSpPr/>
          <p:nvPr/>
        </p:nvSpPr>
        <p:spPr>
          <a:xfrm>
            <a:off x="4317892" y="3128863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C97C81-D78A-43E3-9CBB-17D3C4618984}"/>
              </a:ext>
            </a:extLst>
          </p:cNvPr>
          <p:cNvSpPr/>
          <p:nvPr/>
        </p:nvSpPr>
        <p:spPr>
          <a:xfrm>
            <a:off x="6465427" y="3119338"/>
            <a:ext cx="1504950" cy="876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2AFA6D3-6B95-4A1D-84EA-FF5FB2C1ED0D}"/>
              </a:ext>
            </a:extLst>
          </p:cNvPr>
          <p:cNvSpPr/>
          <p:nvPr/>
        </p:nvSpPr>
        <p:spPr>
          <a:xfrm>
            <a:off x="2224390" y="4279101"/>
            <a:ext cx="1504950" cy="8763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3F3044C-00B3-4FA1-948C-7692C1DC6FAE}"/>
              </a:ext>
            </a:extLst>
          </p:cNvPr>
          <p:cNvSpPr/>
          <p:nvPr/>
        </p:nvSpPr>
        <p:spPr>
          <a:xfrm>
            <a:off x="4317892" y="4279101"/>
            <a:ext cx="1504950" cy="8763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F48F755-C712-4B76-AFBC-8B20328E63A8}"/>
              </a:ext>
            </a:extLst>
          </p:cNvPr>
          <p:cNvSpPr/>
          <p:nvPr/>
        </p:nvSpPr>
        <p:spPr>
          <a:xfrm>
            <a:off x="6465427" y="4279101"/>
            <a:ext cx="1504950" cy="8763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1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/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88827B5-CCBB-4D6E-9D39-A339CAE1C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631" y="1688092"/>
                <a:ext cx="6096000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/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837530-8331-4A27-A1B1-AA564A2B1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3213070"/>
                <a:ext cx="6096000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B147C5-6FE8-4CE7-B477-6BD94B6CECEB}"/>
                  </a:ext>
                </a:extLst>
              </p:cNvPr>
              <p:cNvSpPr txBox="1"/>
              <p:nvPr/>
            </p:nvSpPr>
            <p:spPr>
              <a:xfrm>
                <a:off x="6828183" y="4325967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3CB147C5-6FE8-4CE7-B477-6BD94B6CE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4325967"/>
                <a:ext cx="6096000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7505A6EB-1633-47B7-9B48-A470D2B6AAE7}"/>
              </a:ext>
            </a:extLst>
          </p:cNvPr>
          <p:cNvSpPr/>
          <p:nvPr/>
        </p:nvSpPr>
        <p:spPr>
          <a:xfrm>
            <a:off x="2240942" y="5434201"/>
            <a:ext cx="1504950" cy="8763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4665EE9-9075-4F9E-9E02-65DB5C2BC528}"/>
              </a:ext>
            </a:extLst>
          </p:cNvPr>
          <p:cNvSpPr/>
          <p:nvPr/>
        </p:nvSpPr>
        <p:spPr>
          <a:xfrm>
            <a:off x="4334444" y="5438864"/>
            <a:ext cx="1504950" cy="8763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3</a:t>
            </a:r>
            <a:endParaRPr lang="zh-TW" altLang="en-US" sz="40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4C5AC12-26AD-4473-8F3E-B0979F32351E}"/>
              </a:ext>
            </a:extLst>
          </p:cNvPr>
          <p:cNvSpPr/>
          <p:nvPr/>
        </p:nvSpPr>
        <p:spPr>
          <a:xfrm>
            <a:off x="6481979" y="5429339"/>
            <a:ext cx="1504950" cy="8763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/>
              <a:t>2</a:t>
            </a:r>
            <a:endParaRPr lang="zh-TW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60F77DEE-E0E3-4C18-9001-F2E84E42D2BA}"/>
                  </a:ext>
                </a:extLst>
              </p:cNvPr>
              <p:cNvSpPr txBox="1"/>
              <p:nvPr/>
            </p:nvSpPr>
            <p:spPr>
              <a:xfrm>
                <a:off x="6828183" y="5438864"/>
                <a:ext cx="6096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4000" dirty="0"/>
              </a:p>
            </p:txBody>
          </p:sp>
        </mc:Choice>
        <mc:Fallback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60F77DEE-E0E3-4C18-9001-F2E84E42D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3" y="5438864"/>
                <a:ext cx="6096000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8633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265</Words>
  <Application>Microsoft Office PowerPoint</Application>
  <PresentationFormat>寬螢幕</PresentationFormat>
  <Paragraphs>121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tcpyoung</dc:creator>
  <cp:lastModifiedBy>tcpyoung</cp:lastModifiedBy>
  <cp:revision>20</cp:revision>
  <dcterms:created xsi:type="dcterms:W3CDTF">2021-04-15T13:58:45Z</dcterms:created>
  <dcterms:modified xsi:type="dcterms:W3CDTF">2021-04-15T16:18:21Z</dcterms:modified>
</cp:coreProperties>
</file>