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66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08527B-BF25-406D-BD70-160B3AEFBD15}"/>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8048170E-C327-4A81-9FA3-D08C0BE2C9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1E16036E-E7FD-48C7-A501-80BD33BFF5A7}"/>
              </a:ext>
            </a:extLst>
          </p:cNvPr>
          <p:cNvSpPr>
            <a:spLocks noGrp="1"/>
          </p:cNvSpPr>
          <p:nvPr>
            <p:ph type="dt" sz="half" idx="10"/>
          </p:nvPr>
        </p:nvSpPr>
        <p:spPr/>
        <p:txBody>
          <a:bodyPr/>
          <a:lstStyle/>
          <a:p>
            <a:fld id="{0893935E-7CDE-4583-9638-CA633F88347C}" type="datetimeFigureOut">
              <a:rPr lang="zh-TW" altLang="en-US" smtClean="0"/>
              <a:t>2021/6/6</a:t>
            </a:fld>
            <a:endParaRPr lang="zh-TW" altLang="en-US"/>
          </a:p>
        </p:txBody>
      </p:sp>
      <p:sp>
        <p:nvSpPr>
          <p:cNvPr id="5" name="頁尾版面配置區 4">
            <a:extLst>
              <a:ext uri="{FF2B5EF4-FFF2-40B4-BE49-F238E27FC236}">
                <a16:creationId xmlns:a16="http://schemas.microsoft.com/office/drawing/2014/main" id="{8A30E11F-CE9C-43E8-B8B9-430266BA461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559F6AB-CEFA-4AF0-A26B-15E2ED0E291F}"/>
              </a:ext>
            </a:extLst>
          </p:cNvPr>
          <p:cNvSpPr>
            <a:spLocks noGrp="1"/>
          </p:cNvSpPr>
          <p:nvPr>
            <p:ph type="sldNum" sz="quarter" idx="12"/>
          </p:nvPr>
        </p:nvSpPr>
        <p:spPr/>
        <p:txBody>
          <a:bodyPr/>
          <a:lstStyle/>
          <a:p>
            <a:fld id="{E6E316FA-4998-4242-8114-0874F75FC28B}" type="slidenum">
              <a:rPr lang="zh-TW" altLang="en-US" smtClean="0"/>
              <a:t>‹#›</a:t>
            </a:fld>
            <a:endParaRPr lang="zh-TW" altLang="en-US"/>
          </a:p>
        </p:txBody>
      </p:sp>
    </p:spTree>
    <p:extLst>
      <p:ext uri="{BB962C8B-B14F-4D97-AF65-F5344CB8AC3E}">
        <p14:creationId xmlns:p14="http://schemas.microsoft.com/office/powerpoint/2010/main" val="2249778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61CDDA-3C9C-4E8D-9FD7-7ECF515C3C1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D90214E-F889-4AEF-9F16-40188D2ADA92}"/>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428A212-5F4B-49FB-A0EB-74D8B784B851}"/>
              </a:ext>
            </a:extLst>
          </p:cNvPr>
          <p:cNvSpPr>
            <a:spLocks noGrp="1"/>
          </p:cNvSpPr>
          <p:nvPr>
            <p:ph type="dt" sz="half" idx="10"/>
          </p:nvPr>
        </p:nvSpPr>
        <p:spPr/>
        <p:txBody>
          <a:bodyPr/>
          <a:lstStyle/>
          <a:p>
            <a:fld id="{0893935E-7CDE-4583-9638-CA633F88347C}" type="datetimeFigureOut">
              <a:rPr lang="zh-TW" altLang="en-US" smtClean="0"/>
              <a:t>2021/6/6</a:t>
            </a:fld>
            <a:endParaRPr lang="zh-TW" altLang="en-US"/>
          </a:p>
        </p:txBody>
      </p:sp>
      <p:sp>
        <p:nvSpPr>
          <p:cNvPr id="5" name="頁尾版面配置區 4">
            <a:extLst>
              <a:ext uri="{FF2B5EF4-FFF2-40B4-BE49-F238E27FC236}">
                <a16:creationId xmlns:a16="http://schemas.microsoft.com/office/drawing/2014/main" id="{E4CEF8C4-AC05-4FE4-ABE6-440BA974E26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A5C735E-9154-4EAB-81C6-F82C22403EE9}"/>
              </a:ext>
            </a:extLst>
          </p:cNvPr>
          <p:cNvSpPr>
            <a:spLocks noGrp="1"/>
          </p:cNvSpPr>
          <p:nvPr>
            <p:ph type="sldNum" sz="quarter" idx="12"/>
          </p:nvPr>
        </p:nvSpPr>
        <p:spPr/>
        <p:txBody>
          <a:bodyPr/>
          <a:lstStyle/>
          <a:p>
            <a:fld id="{E6E316FA-4998-4242-8114-0874F75FC28B}" type="slidenum">
              <a:rPr lang="zh-TW" altLang="en-US" smtClean="0"/>
              <a:t>‹#›</a:t>
            </a:fld>
            <a:endParaRPr lang="zh-TW" altLang="en-US"/>
          </a:p>
        </p:txBody>
      </p:sp>
    </p:spTree>
    <p:extLst>
      <p:ext uri="{BB962C8B-B14F-4D97-AF65-F5344CB8AC3E}">
        <p14:creationId xmlns:p14="http://schemas.microsoft.com/office/powerpoint/2010/main" val="2250798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D0F72E-5531-442B-BF85-88128415ED1D}"/>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FA0675B-3A54-4C26-9C87-619BE868B7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4AB8EB9F-E71C-4AAA-9F5D-1C922262D915}"/>
              </a:ext>
            </a:extLst>
          </p:cNvPr>
          <p:cNvSpPr>
            <a:spLocks noGrp="1"/>
          </p:cNvSpPr>
          <p:nvPr>
            <p:ph type="dt" sz="half" idx="10"/>
          </p:nvPr>
        </p:nvSpPr>
        <p:spPr/>
        <p:txBody>
          <a:bodyPr/>
          <a:lstStyle/>
          <a:p>
            <a:fld id="{0893935E-7CDE-4583-9638-CA633F88347C}" type="datetimeFigureOut">
              <a:rPr lang="zh-TW" altLang="en-US" smtClean="0"/>
              <a:t>2021/6/6</a:t>
            </a:fld>
            <a:endParaRPr lang="zh-TW" altLang="en-US"/>
          </a:p>
        </p:txBody>
      </p:sp>
      <p:sp>
        <p:nvSpPr>
          <p:cNvPr id="5" name="頁尾版面配置區 4">
            <a:extLst>
              <a:ext uri="{FF2B5EF4-FFF2-40B4-BE49-F238E27FC236}">
                <a16:creationId xmlns:a16="http://schemas.microsoft.com/office/drawing/2014/main" id="{75B310F0-73D0-4D37-8699-A09D4A10641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6B12C50-712F-4085-B91F-F6000ED95D71}"/>
              </a:ext>
            </a:extLst>
          </p:cNvPr>
          <p:cNvSpPr>
            <a:spLocks noGrp="1"/>
          </p:cNvSpPr>
          <p:nvPr>
            <p:ph type="sldNum" sz="quarter" idx="12"/>
          </p:nvPr>
        </p:nvSpPr>
        <p:spPr/>
        <p:txBody>
          <a:bodyPr/>
          <a:lstStyle/>
          <a:p>
            <a:fld id="{E6E316FA-4998-4242-8114-0874F75FC28B}" type="slidenum">
              <a:rPr lang="zh-TW" altLang="en-US" smtClean="0"/>
              <a:t>‹#›</a:t>
            </a:fld>
            <a:endParaRPr lang="zh-TW" altLang="en-US"/>
          </a:p>
        </p:txBody>
      </p:sp>
    </p:spTree>
    <p:extLst>
      <p:ext uri="{BB962C8B-B14F-4D97-AF65-F5344CB8AC3E}">
        <p14:creationId xmlns:p14="http://schemas.microsoft.com/office/powerpoint/2010/main" val="4005556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5184FB-9F04-4B56-995E-B636E7046CF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38A6646-70BA-47A5-8D30-2C21DE9CB20C}"/>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DA2E37B8-38B1-411F-AA02-85EC03E66C18}"/>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8A7E3473-F72F-4372-8265-CC64E075EB1F}"/>
              </a:ext>
            </a:extLst>
          </p:cNvPr>
          <p:cNvSpPr>
            <a:spLocks noGrp="1"/>
          </p:cNvSpPr>
          <p:nvPr>
            <p:ph type="dt" sz="half" idx="10"/>
          </p:nvPr>
        </p:nvSpPr>
        <p:spPr/>
        <p:txBody>
          <a:bodyPr/>
          <a:lstStyle/>
          <a:p>
            <a:fld id="{0893935E-7CDE-4583-9638-CA633F88347C}" type="datetimeFigureOut">
              <a:rPr lang="zh-TW" altLang="en-US" smtClean="0"/>
              <a:t>2021/6/6</a:t>
            </a:fld>
            <a:endParaRPr lang="zh-TW" altLang="en-US"/>
          </a:p>
        </p:txBody>
      </p:sp>
      <p:sp>
        <p:nvSpPr>
          <p:cNvPr id="6" name="頁尾版面配置區 5">
            <a:extLst>
              <a:ext uri="{FF2B5EF4-FFF2-40B4-BE49-F238E27FC236}">
                <a16:creationId xmlns:a16="http://schemas.microsoft.com/office/drawing/2014/main" id="{DF5B3FB6-84F8-4A3E-86AC-99406B938A5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4A46D2B-1C32-44F9-A607-737C07D80872}"/>
              </a:ext>
            </a:extLst>
          </p:cNvPr>
          <p:cNvSpPr>
            <a:spLocks noGrp="1"/>
          </p:cNvSpPr>
          <p:nvPr>
            <p:ph type="sldNum" sz="quarter" idx="12"/>
          </p:nvPr>
        </p:nvSpPr>
        <p:spPr/>
        <p:txBody>
          <a:bodyPr/>
          <a:lstStyle/>
          <a:p>
            <a:fld id="{E6E316FA-4998-4242-8114-0874F75FC28B}" type="slidenum">
              <a:rPr lang="zh-TW" altLang="en-US" smtClean="0"/>
              <a:t>‹#›</a:t>
            </a:fld>
            <a:endParaRPr lang="zh-TW" altLang="en-US"/>
          </a:p>
        </p:txBody>
      </p:sp>
    </p:spTree>
    <p:extLst>
      <p:ext uri="{BB962C8B-B14F-4D97-AF65-F5344CB8AC3E}">
        <p14:creationId xmlns:p14="http://schemas.microsoft.com/office/powerpoint/2010/main" val="4203682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01FCE8-F56A-4D9E-A1AB-6B497416AF1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E5F891E3-9F06-441C-B6B9-B3060A47D4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E14A1C70-5177-45E6-B44C-9130A3E48F10}"/>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3114578-8652-489E-906F-8B9DC98207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DE675FFA-CD93-4D9F-916C-E4601AC96D2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330F072D-9EFE-4864-85F3-94700CAA69C7}"/>
              </a:ext>
            </a:extLst>
          </p:cNvPr>
          <p:cNvSpPr>
            <a:spLocks noGrp="1"/>
          </p:cNvSpPr>
          <p:nvPr>
            <p:ph type="dt" sz="half" idx="10"/>
          </p:nvPr>
        </p:nvSpPr>
        <p:spPr/>
        <p:txBody>
          <a:bodyPr/>
          <a:lstStyle/>
          <a:p>
            <a:fld id="{0893935E-7CDE-4583-9638-CA633F88347C}" type="datetimeFigureOut">
              <a:rPr lang="zh-TW" altLang="en-US" smtClean="0"/>
              <a:t>2021/6/6</a:t>
            </a:fld>
            <a:endParaRPr lang="zh-TW" altLang="en-US"/>
          </a:p>
        </p:txBody>
      </p:sp>
      <p:sp>
        <p:nvSpPr>
          <p:cNvPr id="8" name="頁尾版面配置區 7">
            <a:extLst>
              <a:ext uri="{FF2B5EF4-FFF2-40B4-BE49-F238E27FC236}">
                <a16:creationId xmlns:a16="http://schemas.microsoft.com/office/drawing/2014/main" id="{6F2FAAD3-7C8B-43CF-B1D1-80E8366427CD}"/>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6502162-16D9-4CC2-B0C3-41BBAD9C9912}"/>
              </a:ext>
            </a:extLst>
          </p:cNvPr>
          <p:cNvSpPr>
            <a:spLocks noGrp="1"/>
          </p:cNvSpPr>
          <p:nvPr>
            <p:ph type="sldNum" sz="quarter" idx="12"/>
          </p:nvPr>
        </p:nvSpPr>
        <p:spPr/>
        <p:txBody>
          <a:bodyPr/>
          <a:lstStyle/>
          <a:p>
            <a:fld id="{E6E316FA-4998-4242-8114-0874F75FC28B}" type="slidenum">
              <a:rPr lang="zh-TW" altLang="en-US" smtClean="0"/>
              <a:t>‹#›</a:t>
            </a:fld>
            <a:endParaRPr lang="zh-TW" altLang="en-US"/>
          </a:p>
        </p:txBody>
      </p:sp>
    </p:spTree>
    <p:extLst>
      <p:ext uri="{BB962C8B-B14F-4D97-AF65-F5344CB8AC3E}">
        <p14:creationId xmlns:p14="http://schemas.microsoft.com/office/powerpoint/2010/main" val="248343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01E05C-8FBC-4D10-9434-45E3F2AE514B}"/>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447C0CB8-11AC-4F58-A0D7-09D99D7CF8D8}"/>
              </a:ext>
            </a:extLst>
          </p:cNvPr>
          <p:cNvSpPr>
            <a:spLocks noGrp="1"/>
          </p:cNvSpPr>
          <p:nvPr>
            <p:ph type="dt" sz="half" idx="10"/>
          </p:nvPr>
        </p:nvSpPr>
        <p:spPr/>
        <p:txBody>
          <a:bodyPr/>
          <a:lstStyle/>
          <a:p>
            <a:fld id="{0893935E-7CDE-4583-9638-CA633F88347C}" type="datetimeFigureOut">
              <a:rPr lang="zh-TW" altLang="en-US" smtClean="0"/>
              <a:t>2021/6/6</a:t>
            </a:fld>
            <a:endParaRPr lang="zh-TW" altLang="en-US"/>
          </a:p>
        </p:txBody>
      </p:sp>
      <p:sp>
        <p:nvSpPr>
          <p:cNvPr id="4" name="頁尾版面配置區 3">
            <a:extLst>
              <a:ext uri="{FF2B5EF4-FFF2-40B4-BE49-F238E27FC236}">
                <a16:creationId xmlns:a16="http://schemas.microsoft.com/office/drawing/2014/main" id="{1BDF460E-8902-488F-BC73-8A47B7BACEAF}"/>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5F3F1FE9-A098-4DED-9174-E723FEA43B13}"/>
              </a:ext>
            </a:extLst>
          </p:cNvPr>
          <p:cNvSpPr>
            <a:spLocks noGrp="1"/>
          </p:cNvSpPr>
          <p:nvPr>
            <p:ph type="sldNum" sz="quarter" idx="12"/>
          </p:nvPr>
        </p:nvSpPr>
        <p:spPr/>
        <p:txBody>
          <a:bodyPr/>
          <a:lstStyle/>
          <a:p>
            <a:fld id="{E6E316FA-4998-4242-8114-0874F75FC28B}" type="slidenum">
              <a:rPr lang="zh-TW" altLang="en-US" smtClean="0"/>
              <a:t>‹#›</a:t>
            </a:fld>
            <a:endParaRPr lang="zh-TW" altLang="en-US"/>
          </a:p>
        </p:txBody>
      </p:sp>
    </p:spTree>
    <p:extLst>
      <p:ext uri="{BB962C8B-B14F-4D97-AF65-F5344CB8AC3E}">
        <p14:creationId xmlns:p14="http://schemas.microsoft.com/office/powerpoint/2010/main" val="959660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74FC38-5104-443E-B05D-98B6AABFE10C}"/>
              </a:ext>
            </a:extLst>
          </p:cNvPr>
          <p:cNvSpPr>
            <a:spLocks noGrp="1"/>
          </p:cNvSpPr>
          <p:nvPr>
            <p:ph type="dt" sz="half" idx="10"/>
          </p:nvPr>
        </p:nvSpPr>
        <p:spPr/>
        <p:txBody>
          <a:bodyPr/>
          <a:lstStyle/>
          <a:p>
            <a:fld id="{0893935E-7CDE-4583-9638-CA633F88347C}" type="datetimeFigureOut">
              <a:rPr lang="zh-TW" altLang="en-US" smtClean="0"/>
              <a:t>2021/6/6</a:t>
            </a:fld>
            <a:endParaRPr lang="zh-TW" altLang="en-US"/>
          </a:p>
        </p:txBody>
      </p:sp>
      <p:sp>
        <p:nvSpPr>
          <p:cNvPr id="3" name="頁尾版面配置區 2">
            <a:extLst>
              <a:ext uri="{FF2B5EF4-FFF2-40B4-BE49-F238E27FC236}">
                <a16:creationId xmlns:a16="http://schemas.microsoft.com/office/drawing/2014/main" id="{36A2AF8B-9CDA-42E5-89E4-2A57063D2B25}"/>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BB3F124-9BC9-457A-B69B-E4DC0D4BD5CB}"/>
              </a:ext>
            </a:extLst>
          </p:cNvPr>
          <p:cNvSpPr>
            <a:spLocks noGrp="1"/>
          </p:cNvSpPr>
          <p:nvPr>
            <p:ph type="sldNum" sz="quarter" idx="12"/>
          </p:nvPr>
        </p:nvSpPr>
        <p:spPr/>
        <p:txBody>
          <a:bodyPr/>
          <a:lstStyle/>
          <a:p>
            <a:fld id="{E6E316FA-4998-4242-8114-0874F75FC28B}" type="slidenum">
              <a:rPr lang="zh-TW" altLang="en-US" smtClean="0"/>
              <a:t>‹#›</a:t>
            </a:fld>
            <a:endParaRPr lang="zh-TW" altLang="en-US"/>
          </a:p>
        </p:txBody>
      </p:sp>
    </p:spTree>
    <p:extLst>
      <p:ext uri="{BB962C8B-B14F-4D97-AF65-F5344CB8AC3E}">
        <p14:creationId xmlns:p14="http://schemas.microsoft.com/office/powerpoint/2010/main" val="2065809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B8E940-82B2-4BCE-8B7D-DB2A9EE6C9F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0148BE1C-FF07-4D68-93BD-4F5D85E231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F88E0A9-DB28-48C7-81E1-71C3EAEA59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D59468F-5BBB-4EB8-AA40-1A07B2C6A64A}"/>
              </a:ext>
            </a:extLst>
          </p:cNvPr>
          <p:cNvSpPr>
            <a:spLocks noGrp="1"/>
          </p:cNvSpPr>
          <p:nvPr>
            <p:ph type="dt" sz="half" idx="10"/>
          </p:nvPr>
        </p:nvSpPr>
        <p:spPr/>
        <p:txBody>
          <a:bodyPr/>
          <a:lstStyle/>
          <a:p>
            <a:fld id="{0893935E-7CDE-4583-9638-CA633F88347C}" type="datetimeFigureOut">
              <a:rPr lang="zh-TW" altLang="en-US" smtClean="0"/>
              <a:t>2021/6/6</a:t>
            </a:fld>
            <a:endParaRPr lang="zh-TW" altLang="en-US"/>
          </a:p>
        </p:txBody>
      </p:sp>
      <p:sp>
        <p:nvSpPr>
          <p:cNvPr id="6" name="頁尾版面配置區 5">
            <a:extLst>
              <a:ext uri="{FF2B5EF4-FFF2-40B4-BE49-F238E27FC236}">
                <a16:creationId xmlns:a16="http://schemas.microsoft.com/office/drawing/2014/main" id="{67333ED0-B6FB-494B-ABD2-1EDB07C9FA7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D61EAC6-4FC8-4ACB-96D4-1B9536F1C547}"/>
              </a:ext>
            </a:extLst>
          </p:cNvPr>
          <p:cNvSpPr>
            <a:spLocks noGrp="1"/>
          </p:cNvSpPr>
          <p:nvPr>
            <p:ph type="sldNum" sz="quarter" idx="12"/>
          </p:nvPr>
        </p:nvSpPr>
        <p:spPr/>
        <p:txBody>
          <a:bodyPr/>
          <a:lstStyle/>
          <a:p>
            <a:fld id="{E6E316FA-4998-4242-8114-0874F75FC28B}" type="slidenum">
              <a:rPr lang="zh-TW" altLang="en-US" smtClean="0"/>
              <a:t>‹#›</a:t>
            </a:fld>
            <a:endParaRPr lang="zh-TW" altLang="en-US"/>
          </a:p>
        </p:txBody>
      </p:sp>
    </p:spTree>
    <p:extLst>
      <p:ext uri="{BB962C8B-B14F-4D97-AF65-F5344CB8AC3E}">
        <p14:creationId xmlns:p14="http://schemas.microsoft.com/office/powerpoint/2010/main" val="2228653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3F9ECE-3A78-47C9-91AA-8B3577E6233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BF8CA22B-1177-42ED-85EE-66E14E6D33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31F8993-7ECB-4E93-A478-A8E3000EA0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F1C96CEB-5A90-42DE-AE5D-666687EFC208}"/>
              </a:ext>
            </a:extLst>
          </p:cNvPr>
          <p:cNvSpPr>
            <a:spLocks noGrp="1"/>
          </p:cNvSpPr>
          <p:nvPr>
            <p:ph type="dt" sz="half" idx="10"/>
          </p:nvPr>
        </p:nvSpPr>
        <p:spPr/>
        <p:txBody>
          <a:bodyPr/>
          <a:lstStyle/>
          <a:p>
            <a:fld id="{0893935E-7CDE-4583-9638-CA633F88347C}" type="datetimeFigureOut">
              <a:rPr lang="zh-TW" altLang="en-US" smtClean="0"/>
              <a:t>2021/6/6</a:t>
            </a:fld>
            <a:endParaRPr lang="zh-TW" altLang="en-US"/>
          </a:p>
        </p:txBody>
      </p:sp>
      <p:sp>
        <p:nvSpPr>
          <p:cNvPr id="6" name="頁尾版面配置區 5">
            <a:extLst>
              <a:ext uri="{FF2B5EF4-FFF2-40B4-BE49-F238E27FC236}">
                <a16:creationId xmlns:a16="http://schemas.microsoft.com/office/drawing/2014/main" id="{88C75DBB-6259-4BBA-A514-EE1A33757DC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67334F0-2C27-49F1-85D5-486E161CFA1B}"/>
              </a:ext>
            </a:extLst>
          </p:cNvPr>
          <p:cNvSpPr>
            <a:spLocks noGrp="1"/>
          </p:cNvSpPr>
          <p:nvPr>
            <p:ph type="sldNum" sz="quarter" idx="12"/>
          </p:nvPr>
        </p:nvSpPr>
        <p:spPr/>
        <p:txBody>
          <a:bodyPr/>
          <a:lstStyle/>
          <a:p>
            <a:fld id="{E6E316FA-4998-4242-8114-0874F75FC28B}" type="slidenum">
              <a:rPr lang="zh-TW" altLang="en-US" smtClean="0"/>
              <a:t>‹#›</a:t>
            </a:fld>
            <a:endParaRPr lang="zh-TW" altLang="en-US"/>
          </a:p>
        </p:txBody>
      </p:sp>
    </p:spTree>
    <p:extLst>
      <p:ext uri="{BB962C8B-B14F-4D97-AF65-F5344CB8AC3E}">
        <p14:creationId xmlns:p14="http://schemas.microsoft.com/office/powerpoint/2010/main" val="1115462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22098E-D252-4803-8492-99F4D71011AC}"/>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2D9325E8-87C1-4CDC-81C4-AB51137B4E08}"/>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BDCF605-F7EB-435A-A255-846BB49FDC73}"/>
              </a:ext>
            </a:extLst>
          </p:cNvPr>
          <p:cNvSpPr>
            <a:spLocks noGrp="1"/>
          </p:cNvSpPr>
          <p:nvPr>
            <p:ph type="dt" sz="half" idx="10"/>
          </p:nvPr>
        </p:nvSpPr>
        <p:spPr/>
        <p:txBody>
          <a:bodyPr/>
          <a:lstStyle/>
          <a:p>
            <a:fld id="{0893935E-7CDE-4583-9638-CA633F88347C}" type="datetimeFigureOut">
              <a:rPr lang="zh-TW" altLang="en-US" smtClean="0"/>
              <a:t>2021/6/6</a:t>
            </a:fld>
            <a:endParaRPr lang="zh-TW" altLang="en-US"/>
          </a:p>
        </p:txBody>
      </p:sp>
      <p:sp>
        <p:nvSpPr>
          <p:cNvPr id="5" name="頁尾版面配置區 4">
            <a:extLst>
              <a:ext uri="{FF2B5EF4-FFF2-40B4-BE49-F238E27FC236}">
                <a16:creationId xmlns:a16="http://schemas.microsoft.com/office/drawing/2014/main" id="{50EE1211-3495-4FAC-8FDE-72A0B464508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60DF228-5282-42AC-83D2-D2A1BB1FF95B}"/>
              </a:ext>
            </a:extLst>
          </p:cNvPr>
          <p:cNvSpPr>
            <a:spLocks noGrp="1"/>
          </p:cNvSpPr>
          <p:nvPr>
            <p:ph type="sldNum" sz="quarter" idx="12"/>
          </p:nvPr>
        </p:nvSpPr>
        <p:spPr/>
        <p:txBody>
          <a:bodyPr/>
          <a:lstStyle/>
          <a:p>
            <a:fld id="{E6E316FA-4998-4242-8114-0874F75FC28B}" type="slidenum">
              <a:rPr lang="zh-TW" altLang="en-US" smtClean="0"/>
              <a:t>‹#›</a:t>
            </a:fld>
            <a:endParaRPr lang="zh-TW" altLang="en-US"/>
          </a:p>
        </p:txBody>
      </p:sp>
    </p:spTree>
    <p:extLst>
      <p:ext uri="{BB962C8B-B14F-4D97-AF65-F5344CB8AC3E}">
        <p14:creationId xmlns:p14="http://schemas.microsoft.com/office/powerpoint/2010/main" val="332515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48ECF195-CF12-4780-96A0-52BA700FADC5}"/>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423900B-EE91-4D6F-BF9D-87EAA582A99D}"/>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73AB363-87FC-4CF2-8AD7-4C070F09E0AA}"/>
              </a:ext>
            </a:extLst>
          </p:cNvPr>
          <p:cNvSpPr>
            <a:spLocks noGrp="1"/>
          </p:cNvSpPr>
          <p:nvPr>
            <p:ph type="dt" sz="half" idx="10"/>
          </p:nvPr>
        </p:nvSpPr>
        <p:spPr/>
        <p:txBody>
          <a:bodyPr/>
          <a:lstStyle/>
          <a:p>
            <a:fld id="{0893935E-7CDE-4583-9638-CA633F88347C}" type="datetimeFigureOut">
              <a:rPr lang="zh-TW" altLang="en-US" smtClean="0"/>
              <a:t>2021/6/6</a:t>
            </a:fld>
            <a:endParaRPr lang="zh-TW" altLang="en-US"/>
          </a:p>
        </p:txBody>
      </p:sp>
      <p:sp>
        <p:nvSpPr>
          <p:cNvPr id="5" name="頁尾版面配置區 4">
            <a:extLst>
              <a:ext uri="{FF2B5EF4-FFF2-40B4-BE49-F238E27FC236}">
                <a16:creationId xmlns:a16="http://schemas.microsoft.com/office/drawing/2014/main" id="{352C696F-75E2-44FA-A329-7B95DCDDC5F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15CB732-8838-4E5B-9ABE-F51A7B2FD72D}"/>
              </a:ext>
            </a:extLst>
          </p:cNvPr>
          <p:cNvSpPr>
            <a:spLocks noGrp="1"/>
          </p:cNvSpPr>
          <p:nvPr>
            <p:ph type="sldNum" sz="quarter" idx="12"/>
          </p:nvPr>
        </p:nvSpPr>
        <p:spPr/>
        <p:txBody>
          <a:bodyPr/>
          <a:lstStyle/>
          <a:p>
            <a:fld id="{E6E316FA-4998-4242-8114-0874F75FC28B}" type="slidenum">
              <a:rPr lang="zh-TW" altLang="en-US" smtClean="0"/>
              <a:t>‹#›</a:t>
            </a:fld>
            <a:endParaRPr lang="zh-TW" altLang="en-US"/>
          </a:p>
        </p:txBody>
      </p:sp>
    </p:spTree>
    <p:extLst>
      <p:ext uri="{BB962C8B-B14F-4D97-AF65-F5344CB8AC3E}">
        <p14:creationId xmlns:p14="http://schemas.microsoft.com/office/powerpoint/2010/main" val="3404247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F2478578-938D-4D12-9D5C-1A558E2AEE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4283DA5-C0E2-4092-BC72-D13FD6A3EE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4356979-07DA-4117-B3FF-2C921FECA6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93935E-7CDE-4583-9638-CA633F88347C}" type="datetimeFigureOut">
              <a:rPr lang="zh-TW" altLang="en-US" smtClean="0"/>
              <a:t>2021/6/6</a:t>
            </a:fld>
            <a:endParaRPr lang="zh-TW" altLang="en-US"/>
          </a:p>
        </p:txBody>
      </p:sp>
      <p:sp>
        <p:nvSpPr>
          <p:cNvPr id="5" name="頁尾版面配置區 4">
            <a:extLst>
              <a:ext uri="{FF2B5EF4-FFF2-40B4-BE49-F238E27FC236}">
                <a16:creationId xmlns:a16="http://schemas.microsoft.com/office/drawing/2014/main" id="{0221C657-653A-4624-8F0E-CE19547C3E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7FFD18E6-24FB-4E86-B4A1-175B7F5683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E316FA-4998-4242-8114-0874F75FC28B}" type="slidenum">
              <a:rPr lang="zh-TW" altLang="en-US" smtClean="0"/>
              <a:t>‹#›</a:t>
            </a:fld>
            <a:endParaRPr lang="zh-TW" altLang="en-US"/>
          </a:p>
        </p:txBody>
      </p:sp>
    </p:spTree>
    <p:extLst>
      <p:ext uri="{BB962C8B-B14F-4D97-AF65-F5344CB8AC3E}">
        <p14:creationId xmlns:p14="http://schemas.microsoft.com/office/powerpoint/2010/main" val="99473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13A67B15-D376-4DB7-BD46-529F87C353DE}"/>
              </a:ext>
            </a:extLst>
          </p:cNvPr>
          <p:cNvSpPr txBox="1"/>
          <p:nvPr/>
        </p:nvSpPr>
        <p:spPr>
          <a:xfrm>
            <a:off x="2163096" y="1122363"/>
            <a:ext cx="7250959" cy="5632311"/>
          </a:xfrm>
          <a:prstGeom prst="rect">
            <a:avLst/>
          </a:prstGeom>
          <a:noFill/>
        </p:spPr>
        <p:txBody>
          <a:bodyPr wrap="square" rtlCol="0">
            <a:spAutoFit/>
          </a:bodyPr>
          <a:lstStyle/>
          <a:p>
            <a:r>
              <a:rPr lang="zh-TW" altLang="en-US" dirty="0"/>
              <a:t>目前擔任</a:t>
            </a:r>
            <a:r>
              <a:rPr lang="en-US" altLang="zh-TW" dirty="0"/>
              <a:t>IPSM</a:t>
            </a:r>
            <a:r>
              <a:rPr lang="zh-TW" altLang="en-US" dirty="0"/>
              <a:t>、</a:t>
            </a:r>
            <a:r>
              <a:rPr lang="en-US" altLang="zh-TW" dirty="0"/>
              <a:t>AWL</a:t>
            </a:r>
            <a:r>
              <a:rPr lang="zh-TW" altLang="en-US" dirty="0"/>
              <a:t>、</a:t>
            </a:r>
            <a:r>
              <a:rPr lang="en-US" altLang="zh-TW" dirty="0"/>
              <a:t>ACL</a:t>
            </a:r>
            <a:r>
              <a:rPr lang="zh-TW" altLang="en-US" dirty="0"/>
              <a:t>、</a:t>
            </a:r>
            <a:r>
              <a:rPr lang="en-US" altLang="zh-TW" dirty="0" err="1"/>
              <a:t>iJump</a:t>
            </a:r>
            <a:r>
              <a:rPr lang="zh-TW" altLang="en-US" dirty="0"/>
              <a:t>、</a:t>
            </a:r>
            <a:r>
              <a:rPr lang="en-US" altLang="zh-TW" dirty="0"/>
              <a:t>DEM</a:t>
            </a:r>
            <a:r>
              <a:rPr lang="zh-TW" altLang="en-US" dirty="0"/>
              <a:t>、的</a:t>
            </a:r>
            <a:r>
              <a:rPr lang="en-US" altLang="zh-TW" dirty="0"/>
              <a:t>sponsor for </a:t>
            </a:r>
            <a:r>
              <a:rPr lang="zh-TW" altLang="en-US" dirty="0"/>
              <a:t>先進封裝和掃毒戰報 </a:t>
            </a:r>
            <a:r>
              <a:rPr lang="en-US" altLang="zh-TW" dirty="0"/>
              <a:t>sponsor</a:t>
            </a:r>
          </a:p>
          <a:p>
            <a:endParaRPr lang="en-US" altLang="zh-TW" dirty="0"/>
          </a:p>
          <a:p>
            <a:r>
              <a:rPr lang="zh-TW" altLang="en-US" dirty="0"/>
              <a:t>解決在</a:t>
            </a:r>
            <a:r>
              <a:rPr lang="en-US" altLang="zh-TW" dirty="0"/>
              <a:t>IPSM</a:t>
            </a:r>
            <a:r>
              <a:rPr lang="zh-TW" altLang="en-US" dirty="0"/>
              <a:t>發出 </a:t>
            </a:r>
            <a:r>
              <a:rPr lang="en-US" altLang="zh-TW" dirty="0"/>
              <a:t>alarm status </a:t>
            </a:r>
            <a:r>
              <a:rPr lang="zh-TW" altLang="en-US" dirty="0"/>
              <a:t>機台 </a:t>
            </a:r>
            <a:r>
              <a:rPr lang="en-US" altLang="zh-TW" dirty="0"/>
              <a:t>by </a:t>
            </a:r>
            <a:r>
              <a:rPr lang="zh-TW" altLang="en-US" dirty="0"/>
              <a:t>設計</a:t>
            </a:r>
            <a:r>
              <a:rPr lang="en-US" altLang="zh-TW" dirty="0"/>
              <a:t>flow for 97 AP users and 3998 members to easy follow </a:t>
            </a:r>
            <a:r>
              <a:rPr lang="en-US" altLang="zh-TW" dirty="0" err="1"/>
              <a:t>trobule</a:t>
            </a:r>
            <a:r>
              <a:rPr lang="en-US" altLang="zh-TW" dirty="0"/>
              <a:t> shooting</a:t>
            </a:r>
            <a:r>
              <a:rPr lang="zh-TW" altLang="en-US" dirty="0"/>
              <a:t>，除此之外與網路課 </a:t>
            </a:r>
            <a:r>
              <a:rPr lang="en-US" altLang="zh-TW" dirty="0"/>
              <a:t>Jay </a:t>
            </a:r>
            <a:r>
              <a:rPr lang="en-US" altLang="zh-TW" dirty="0" err="1"/>
              <a:t>chiu</a:t>
            </a:r>
            <a:r>
              <a:rPr lang="en-US" altLang="zh-TW" dirty="0"/>
              <a:t> </a:t>
            </a:r>
            <a:r>
              <a:rPr lang="zh-TW" altLang="en-US" dirty="0"/>
              <a:t>合作解決</a:t>
            </a:r>
            <a:r>
              <a:rPr lang="en-US" altLang="zh-TW" dirty="0"/>
              <a:t>63</a:t>
            </a:r>
            <a:r>
              <a:rPr lang="zh-TW" altLang="en-US" dirty="0"/>
              <a:t>台機台上</a:t>
            </a:r>
            <a:r>
              <a:rPr lang="en-US" altLang="zh-TW" dirty="0"/>
              <a:t>No ACL issue</a:t>
            </a:r>
            <a:r>
              <a:rPr lang="zh-TW" altLang="en-US" dirty="0"/>
              <a:t>。</a:t>
            </a:r>
          </a:p>
          <a:p>
            <a:endParaRPr lang="zh-TW" altLang="en-US" dirty="0"/>
          </a:p>
          <a:p>
            <a:r>
              <a:rPr lang="zh-TW" altLang="en-US" dirty="0"/>
              <a:t>解決以往</a:t>
            </a:r>
            <a:r>
              <a:rPr lang="en-US" altLang="zh-TW" dirty="0"/>
              <a:t>APMSD </a:t>
            </a:r>
            <a:r>
              <a:rPr lang="zh-TW" altLang="en-US" dirty="0"/>
              <a:t>同仁使用</a:t>
            </a:r>
            <a:r>
              <a:rPr lang="en-US" altLang="zh-TW" dirty="0"/>
              <a:t>AWL</a:t>
            </a:r>
            <a:r>
              <a:rPr lang="zh-TW" altLang="en-US" dirty="0"/>
              <a:t>只能在</a:t>
            </a:r>
            <a:r>
              <a:rPr lang="en-US" altLang="zh-TW" dirty="0"/>
              <a:t>PAW</a:t>
            </a:r>
            <a:r>
              <a:rPr lang="zh-TW" altLang="en-US" dirty="0"/>
              <a:t>機裡，透過同部門的</a:t>
            </a:r>
            <a:r>
              <a:rPr lang="en-US" altLang="zh-TW" dirty="0"/>
              <a:t>leaders </a:t>
            </a:r>
            <a:r>
              <a:rPr lang="zh-TW" altLang="en-US" dirty="0"/>
              <a:t>冠綸和續濤合作，成功將</a:t>
            </a:r>
            <a:r>
              <a:rPr lang="en-US" altLang="zh-TW" dirty="0"/>
              <a:t>AWL CMS server</a:t>
            </a:r>
            <a:r>
              <a:rPr lang="zh-TW" altLang="en-US" dirty="0"/>
              <a:t>透過網頁方式能夠更方便的操作 </a:t>
            </a:r>
            <a:r>
              <a:rPr lang="en-US" altLang="zh-TW" dirty="0"/>
              <a:t>e.g. </a:t>
            </a:r>
            <a:r>
              <a:rPr lang="en-US" altLang="zh-TW" dirty="0" err="1"/>
              <a:t>maintainence</a:t>
            </a:r>
            <a:r>
              <a:rPr lang="en-US" altLang="zh-TW" dirty="0"/>
              <a:t> mode, hash importing.</a:t>
            </a:r>
          </a:p>
          <a:p>
            <a:endParaRPr lang="en-US" altLang="zh-TW" dirty="0"/>
          </a:p>
          <a:p>
            <a:r>
              <a:rPr lang="zh-TW" altLang="en-US" dirty="0"/>
              <a:t>與</a:t>
            </a:r>
            <a:r>
              <a:rPr lang="en-US" altLang="zh-TW" dirty="0"/>
              <a:t>3998 member </a:t>
            </a:r>
            <a:r>
              <a:rPr lang="zh-TW" altLang="en-US" dirty="0"/>
              <a:t>討論 </a:t>
            </a:r>
            <a:r>
              <a:rPr lang="en-US" altLang="zh-TW" dirty="0"/>
              <a:t>assign ACL </a:t>
            </a:r>
            <a:r>
              <a:rPr lang="zh-TW" altLang="en-US" dirty="0"/>
              <a:t>機制 </a:t>
            </a:r>
            <a:r>
              <a:rPr lang="en-US" altLang="zh-TW" dirty="0"/>
              <a:t>for DEM of AP</a:t>
            </a:r>
          </a:p>
          <a:p>
            <a:endParaRPr lang="en-US" altLang="zh-TW" dirty="0"/>
          </a:p>
          <a:p>
            <a:r>
              <a:rPr lang="zh-TW" altLang="en-US" dirty="0"/>
              <a:t>也曾與</a:t>
            </a:r>
            <a:r>
              <a:rPr lang="en-US" altLang="zh-TW" dirty="0"/>
              <a:t>MQSI</a:t>
            </a:r>
            <a:r>
              <a:rPr lang="zh-TW" altLang="en-US" dirty="0"/>
              <a:t>同仁和網路課和機台設備工程師一起進行合作探討如何使</a:t>
            </a:r>
            <a:r>
              <a:rPr lang="en-US" altLang="zh-TW" dirty="0"/>
              <a:t>MQSI server</a:t>
            </a:r>
            <a:r>
              <a:rPr lang="zh-TW" altLang="en-US" dirty="0"/>
              <a:t>與</a:t>
            </a:r>
            <a:r>
              <a:rPr lang="en-US" altLang="zh-TW" dirty="0"/>
              <a:t>AP network </a:t>
            </a:r>
            <a:r>
              <a:rPr lang="zh-TW" altLang="en-US" dirty="0"/>
              <a:t>結合 </a:t>
            </a:r>
            <a:r>
              <a:rPr lang="en-US" altLang="zh-TW" dirty="0"/>
              <a:t>for ACL changing</a:t>
            </a:r>
            <a:r>
              <a:rPr lang="zh-TW" altLang="en-US" dirty="0"/>
              <a:t>，並將此提案給新竹的</a:t>
            </a:r>
            <a:r>
              <a:rPr lang="en-US" altLang="zh-TW" dirty="0"/>
              <a:t>OT central sponsor</a:t>
            </a:r>
            <a:r>
              <a:rPr lang="zh-TW" altLang="en-US" dirty="0"/>
              <a:t>。</a:t>
            </a:r>
          </a:p>
          <a:p>
            <a:endParaRPr lang="zh-TW" altLang="en-US" dirty="0"/>
          </a:p>
          <a:p>
            <a:r>
              <a:rPr lang="zh-TW" altLang="en-US" dirty="0"/>
              <a:t>未來也將因應</a:t>
            </a:r>
            <a:r>
              <a:rPr lang="en-US" altLang="zh-TW" dirty="0"/>
              <a:t>AP user </a:t>
            </a:r>
            <a:r>
              <a:rPr lang="zh-TW" altLang="en-US" dirty="0"/>
              <a:t>在</a:t>
            </a:r>
            <a:r>
              <a:rPr lang="en-US" altLang="zh-TW" dirty="0" err="1"/>
              <a:t>ijump</a:t>
            </a:r>
            <a:r>
              <a:rPr lang="zh-TW" altLang="en-US" dirty="0"/>
              <a:t>需求，他們所需的一些檔案，和軟體升級。</a:t>
            </a:r>
          </a:p>
          <a:p>
            <a:endParaRPr lang="zh-TW" altLang="en-US" dirty="0"/>
          </a:p>
          <a:p>
            <a:r>
              <a:rPr lang="zh-TW" altLang="en-US" dirty="0"/>
              <a:t> </a:t>
            </a:r>
          </a:p>
        </p:txBody>
      </p:sp>
    </p:spTree>
    <p:extLst>
      <p:ext uri="{BB962C8B-B14F-4D97-AF65-F5344CB8AC3E}">
        <p14:creationId xmlns:p14="http://schemas.microsoft.com/office/powerpoint/2010/main" val="129977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F851A7D4-E785-4795-B7B3-B131FE21966F}"/>
              </a:ext>
            </a:extLst>
          </p:cNvPr>
          <p:cNvSpPr txBox="1"/>
          <p:nvPr/>
        </p:nvSpPr>
        <p:spPr>
          <a:xfrm>
            <a:off x="3047999" y="889844"/>
            <a:ext cx="8315325" cy="5632311"/>
          </a:xfrm>
          <a:prstGeom prst="rect">
            <a:avLst/>
          </a:prstGeom>
          <a:noFill/>
        </p:spPr>
        <p:txBody>
          <a:bodyPr wrap="square">
            <a:spAutoFit/>
          </a:bodyPr>
          <a:lstStyle/>
          <a:p>
            <a:r>
              <a:rPr lang="zh-TW" altLang="en-US" dirty="0"/>
              <a:t>Currently serving as sponsor for IPSM, AWL, ACL, iJump, DEM, advanced packaging and anti-virus campaign</a:t>
            </a:r>
            <a:r>
              <a:rPr lang="en-US" altLang="zh-TW" dirty="0"/>
              <a:t>.</a:t>
            </a:r>
          </a:p>
          <a:p>
            <a:endParaRPr lang="en-US" altLang="zh-TW" dirty="0"/>
          </a:p>
          <a:p>
            <a:r>
              <a:rPr lang="zh-TW" altLang="en-US" dirty="0"/>
              <a:t>Solve the problem of alarm status issued on IPSM machines by design flow for 97 AP users and 3998 members to easy follow trobule shooting, in addition to cooperating with Jay chiu, the network class, to solve No ACL issues on 63 machines.</a:t>
            </a:r>
            <a:endParaRPr lang="en-US" altLang="zh-TW" dirty="0"/>
          </a:p>
          <a:p>
            <a:endParaRPr lang="en-US" altLang="zh-TW" dirty="0"/>
          </a:p>
          <a:p>
            <a:r>
              <a:rPr lang="zh-TW" altLang="en-US" dirty="0"/>
              <a:t>To solve the problem that AWL colleagues can only use AWL in the PAW machine in the past, through the cooperation of the leaders of the same department, Guanlun and Xutao, the AWL CMS server can be operated more conveniently through the web page e.g. maintainence mode, hash importing.</a:t>
            </a:r>
            <a:endParaRPr lang="en-US" altLang="zh-TW" dirty="0"/>
          </a:p>
          <a:p>
            <a:endParaRPr lang="en-US" altLang="zh-TW" dirty="0"/>
          </a:p>
          <a:p>
            <a:r>
              <a:rPr lang="zh-TW" altLang="en-US" dirty="0"/>
              <a:t>Discuss the assign ACL mechanism for DEM of AP with 3998 member</a:t>
            </a:r>
            <a:r>
              <a:rPr lang="en-US" altLang="zh-TW" dirty="0"/>
              <a:t>.</a:t>
            </a:r>
          </a:p>
          <a:p>
            <a:endParaRPr lang="en-US" altLang="zh-TW" dirty="0"/>
          </a:p>
          <a:p>
            <a:r>
              <a:rPr lang="zh-TW" altLang="en-US" dirty="0"/>
              <a:t>I also worked with MQSI colleagues and network class and machine equipment engineers to discuss how to combine MQSI server with AP network for ACL changing, and gave this proposal to the OT central sponsor in Hsinchu.</a:t>
            </a:r>
            <a:endParaRPr lang="en-US" altLang="zh-TW" dirty="0"/>
          </a:p>
          <a:p>
            <a:endParaRPr lang="en-US" altLang="zh-TW"/>
          </a:p>
          <a:p>
            <a:r>
              <a:rPr lang="zh-TW" altLang="en-US"/>
              <a:t>In </a:t>
            </a:r>
            <a:r>
              <a:rPr lang="zh-TW" altLang="en-US" dirty="0"/>
              <a:t>the future, it will also respond to AP users' needs in ijump, some files they need, and software upgrades.</a:t>
            </a:r>
          </a:p>
        </p:txBody>
      </p:sp>
    </p:spTree>
    <p:extLst>
      <p:ext uri="{BB962C8B-B14F-4D97-AF65-F5344CB8AC3E}">
        <p14:creationId xmlns:p14="http://schemas.microsoft.com/office/powerpoint/2010/main" val="81154762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372</Words>
  <Application>Microsoft Office PowerPoint</Application>
  <PresentationFormat>寬螢幕</PresentationFormat>
  <Paragraphs>24</Paragraphs>
  <Slides>2</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2</vt:i4>
      </vt:variant>
    </vt:vector>
  </HeadingPairs>
  <TitlesOfParts>
    <vt:vector size="6" baseType="lpstr">
      <vt:lpstr>Arial</vt:lpstr>
      <vt:lpstr>Calibri</vt:lpstr>
      <vt:lpstr>Calibri Light</vt:lpstr>
      <vt:lpstr>Office 佈景主題</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tcpyoung</dc:creator>
  <cp:lastModifiedBy>tcpyoung</cp:lastModifiedBy>
  <cp:revision>2</cp:revision>
  <dcterms:created xsi:type="dcterms:W3CDTF">2021-06-06T13:06:09Z</dcterms:created>
  <dcterms:modified xsi:type="dcterms:W3CDTF">2021-06-06T14:44:56Z</dcterms:modified>
</cp:coreProperties>
</file>